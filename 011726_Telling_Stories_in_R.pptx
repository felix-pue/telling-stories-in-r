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15"/>
  </p:notesMasterIdLst>
  <p:sldIdLst>
    <p:sldId id="547" r:id="rId6"/>
    <p:sldId id="286" r:id="rId7"/>
    <p:sldId id="2076137257" r:id="rId8"/>
    <p:sldId id="2076137258" r:id="rId9"/>
    <p:sldId id="2076137259" r:id="rId10"/>
    <p:sldId id="2076137260" r:id="rId11"/>
    <p:sldId id="2076137240" r:id="rId12"/>
    <p:sldId id="2076137273" r:id="rId13"/>
    <p:sldId id="2076137274" r:id="rId14"/>
  </p:sldIdLst>
  <p:sldSz cx="12192000" cy="6858000"/>
  <p:notesSz cx="6858000" cy="9144000"/>
  <p:custDataLst>
    <p:tags r:id="rId16"/>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28" userDrawn="1">
          <p15:clr>
            <a:srgbClr val="A4A3A4"/>
          </p15:clr>
        </p15:guide>
        <p15:guide id="2" pos="381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83ED31-8D9A-9704-F1FA-8C82DC534E69}" name="Manuel Scheinost" initials="MS" userId="S::manuel.scheinost@tum.de::574ff73c-079b-4645-95d3-e668313b11a2" providerId="AD"/>
  <p188:author id="{B4DED944-2658-68CF-9A89-6B49A6D37FFE}" name="Ema Kumi" initials="EK" userId="S::ema.kumi@tum.de::3d1839c3-5750-4de6-bb15-3873c5a6cfbd" providerId="AD"/>
  <p188:author id="{628133A8-96E0-2E8D-8741-3BE51248F909}" name="Felix Pütterich" initials="FP" userId="S::felix.puetterich@tum.de::b35e2e01-14c8-46fc-b32e-672c2456e2d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elix" initials="F" lastIdx="1" clrIdx="0">
    <p:extLst>
      <p:ext uri="{19B8F6BF-5375-455C-9EA6-DF929625EA0E}">
        <p15:presenceInfo xmlns:p15="http://schemas.microsoft.com/office/powerpoint/2012/main" userId="S::felix.puetterich@tum.de::b35e2e01-14c8-46fc-b32e-672c2456e2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B0FF"/>
    <a:srgbClr val="78ADDD"/>
    <a:srgbClr val="002060"/>
    <a:srgbClr val="94CFFE"/>
    <a:srgbClr val="C5E7FF"/>
    <a:srgbClr val="4DB1FF"/>
    <a:srgbClr val="4D7AFB"/>
    <a:srgbClr val="23BB3A"/>
    <a:srgbClr val="3B77B7"/>
    <a:srgbClr val="3070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35" autoAdjust="0"/>
    <p:restoredTop sz="93294" autoAdjust="0"/>
  </p:normalViewPr>
  <p:slideViewPr>
    <p:cSldViewPr snapToGrid="0">
      <p:cViewPr varScale="1">
        <p:scale>
          <a:sx n="125" d="100"/>
          <a:sy n="125" d="100"/>
        </p:scale>
        <p:origin x="180" y="102"/>
      </p:cViewPr>
      <p:guideLst>
        <p:guide orient="horz" pos="1128"/>
        <p:guide pos="381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3FAC3D-DE77-487B-9CA4-4335E9D2E1C9}" type="datetimeFigureOut">
              <a:rPr lang="de-DE" smtClean="0"/>
              <a:t>17.01.2026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3E3FD-1AC2-442A-BF1E-337C94B807E5}" type="slidenum">
              <a:rPr lang="de-DE" smtClean="0"/>
              <a:t>‹#›</a:t>
            </a:fld>
            <a:endParaRPr lang="de-DE"/>
          </a:p>
        </p:txBody>
      </p:sp>
    </p:spTree>
    <p:extLst>
      <p:ext uri="{BB962C8B-B14F-4D97-AF65-F5344CB8AC3E}">
        <p14:creationId xmlns:p14="http://schemas.microsoft.com/office/powerpoint/2010/main" val="2758155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Willkommen zur letzten Präsentation des Tages in Zusammenarbeit mit Signavio </a:t>
            </a:r>
          </a:p>
        </p:txBody>
      </p:sp>
      <p:sp>
        <p:nvSpPr>
          <p:cNvPr id="4" name="Slide Number Placeholder 3"/>
          <p:cNvSpPr>
            <a:spLocks noGrp="1"/>
          </p:cNvSpPr>
          <p:nvPr>
            <p:ph type="sldNum" sz="quarter" idx="5"/>
          </p:nvPr>
        </p:nvSpPr>
        <p:spPr/>
        <p:txBody>
          <a:bodyPr/>
          <a:lstStyle/>
          <a:p>
            <a:fld id="{CFB3E3FD-1AC2-442A-BF1E-337C94B807E5}" type="slidenum">
              <a:rPr lang="de-DE" smtClean="0"/>
              <a:t>1</a:t>
            </a:fld>
            <a:endParaRPr lang="de-DE"/>
          </a:p>
        </p:txBody>
      </p:sp>
    </p:spTree>
    <p:extLst>
      <p:ext uri="{BB962C8B-B14F-4D97-AF65-F5344CB8AC3E}">
        <p14:creationId xmlns:p14="http://schemas.microsoft.com/office/powerpoint/2010/main" val="2607210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F849F-A99E-BF49-9183-5B742B17A050}"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7134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err="1"/>
              <a:t>Signavio</a:t>
            </a:r>
            <a:r>
              <a:rPr lang="de-DE"/>
              <a:t> bietet eine Cloud-Software für Prozessmanagement mit drei wichtigen Bereichen: </a:t>
            </a:r>
            <a:r>
              <a:rPr lang="de-DE" err="1"/>
              <a:t>Process</a:t>
            </a:r>
            <a:r>
              <a:rPr lang="de-DE"/>
              <a:t> Mining, Modellierung und Automatisierung. Diese Bereiche helfen </a:t>
            </a:r>
            <a:r>
              <a:rPr lang="de-DE" err="1"/>
              <a:t>Signavio</a:t>
            </a:r>
            <a:r>
              <a:rPr lang="de-DE"/>
              <a:t>, End-</a:t>
            </a:r>
            <a:r>
              <a:rPr lang="de-DE" err="1"/>
              <a:t>to</a:t>
            </a:r>
            <a:r>
              <a:rPr lang="de-DE"/>
              <a:t>-End Lösungen für ihre Kunden anzubieten. Im Jahr 2024 wurde </a:t>
            </a:r>
            <a:r>
              <a:rPr lang="de-DE" err="1"/>
              <a:t>Signavio</a:t>
            </a:r>
            <a:r>
              <a:rPr lang="de-DE"/>
              <a:t> als </a:t>
            </a:r>
            <a:r>
              <a:rPr lang="de-DE" err="1"/>
              <a:t>Process</a:t>
            </a:r>
            <a:r>
              <a:rPr lang="de-DE"/>
              <a:t> Mining Leader anerkannt, was ihre starkes </a:t>
            </a:r>
            <a:r>
              <a:rPr lang="de-DE" err="1"/>
              <a:t>Pozitionierung</a:t>
            </a:r>
            <a:r>
              <a:rPr lang="de-DE"/>
              <a:t> auf dem Markt zeigt.</a:t>
            </a:r>
            <a:endParaRPr lang="en-US"/>
          </a:p>
          <a:p>
            <a:endParaRPr lang="en-US">
              <a:cs typeface="+mn-lt"/>
            </a:endParaRPr>
          </a:p>
          <a:p>
            <a:r>
              <a:rPr lang="de-DE" err="1"/>
              <a:t>Signavio</a:t>
            </a:r>
            <a:r>
              <a:rPr lang="de-DE"/>
              <a:t> macht auch Fortschritte im Bereich der generativen KI (</a:t>
            </a:r>
            <a:r>
              <a:rPr lang="de-DE" err="1"/>
              <a:t>GenAI</a:t>
            </a:r>
            <a:r>
              <a:rPr lang="de-DE"/>
              <a:t>) mit sechs KI-gestützten Funktionen und der Erstellung ihres eigenen großen Prozessmodells die als Large </a:t>
            </a:r>
            <a:r>
              <a:rPr lang="de-DE" err="1"/>
              <a:t>Process</a:t>
            </a:r>
            <a:r>
              <a:rPr lang="de-DE"/>
              <a:t> Model bekannt ist. Dieses Modell ist ein speziell trainiertes LLM, das auf BPM-Anfragen spezialisiert ist. Wir werden später noch mehr darüber erfahren.</a:t>
            </a:r>
            <a:br>
              <a:rPr lang="en-US">
                <a:cs typeface="+mn-lt"/>
              </a:rPr>
            </a:br>
            <a:endParaRPr lang="en-US">
              <a:cs typeface="Calibri"/>
            </a:endParaRPr>
          </a:p>
          <a:p>
            <a:r>
              <a:rPr lang="de-DE"/>
              <a:t>Seit 2021, als </a:t>
            </a:r>
            <a:r>
              <a:rPr lang="de-DE" err="1"/>
              <a:t>Signavio</a:t>
            </a:r>
            <a:r>
              <a:rPr lang="de-DE"/>
              <a:t> von SAP übernommen wurde, ist es auf RISE verfügbar, der intelligenten Cloud-Plattform von SAP. SAP hat auch eigene KI-Initiativen gestartet, wie z.B. Joule, das wir gestern gesehen haben. </a:t>
            </a:r>
            <a:endParaRPr lang="de-DE">
              <a:cs typeface="Calibri"/>
            </a:endParaRPr>
          </a:p>
          <a:p>
            <a:r>
              <a:rPr lang="de-DE"/>
              <a:t>Wie gesagt, </a:t>
            </a:r>
            <a:r>
              <a:rPr lang="de-DE" err="1"/>
              <a:t>Siganvio</a:t>
            </a:r>
            <a:r>
              <a:rPr lang="de-DE"/>
              <a:t> ist gut in das SAP-Ökosystem integriert. SAP und </a:t>
            </a:r>
            <a:r>
              <a:rPr lang="de-DE" err="1"/>
              <a:t>Signavio</a:t>
            </a:r>
            <a:r>
              <a:rPr lang="de-DE"/>
              <a:t> haben gemeinsam über 200 Partnerschaften geschlossen und so eine starke Marktpräsenz geschaffen.</a:t>
            </a:r>
            <a:endParaRPr lang="de-DE">
              <a:cs typeface="Calibri"/>
            </a:endParaRPr>
          </a:p>
          <a:p>
            <a:endParaRPr lang="de-DE">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B3E3FD-1AC2-442A-BF1E-337C94B807E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4913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CFB3E3FD-1AC2-442A-BF1E-337C94B807E5}" type="slidenum">
              <a:rPr lang="de-DE" smtClean="0"/>
              <a:t>4</a:t>
            </a:fld>
            <a:endParaRPr lang="de-DE"/>
          </a:p>
        </p:txBody>
      </p:sp>
    </p:spTree>
    <p:extLst>
      <p:ext uri="{BB962C8B-B14F-4D97-AF65-F5344CB8AC3E}">
        <p14:creationId xmlns:p14="http://schemas.microsoft.com/office/powerpoint/2010/main" val="805118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err="1"/>
              <a:t>Signavio</a:t>
            </a:r>
            <a:r>
              <a:rPr lang="de-DE"/>
              <a:t> bietet eine Cloud-Software für Prozessmanagement mit drei wichtigen Bereichen: </a:t>
            </a:r>
            <a:r>
              <a:rPr lang="de-DE" err="1"/>
              <a:t>Process</a:t>
            </a:r>
            <a:r>
              <a:rPr lang="de-DE"/>
              <a:t> Mining, Modellierung und Automatisierung. Diese Bereiche helfen </a:t>
            </a:r>
            <a:r>
              <a:rPr lang="de-DE" err="1"/>
              <a:t>Signavio</a:t>
            </a:r>
            <a:r>
              <a:rPr lang="de-DE"/>
              <a:t>, End-</a:t>
            </a:r>
            <a:r>
              <a:rPr lang="de-DE" err="1"/>
              <a:t>to</a:t>
            </a:r>
            <a:r>
              <a:rPr lang="de-DE"/>
              <a:t>-End Lösungen für ihre Kunden anzubieten. Im Jahr 2024 wurde </a:t>
            </a:r>
            <a:r>
              <a:rPr lang="de-DE" err="1"/>
              <a:t>Signavio</a:t>
            </a:r>
            <a:r>
              <a:rPr lang="de-DE"/>
              <a:t> als </a:t>
            </a:r>
            <a:r>
              <a:rPr lang="de-DE" err="1"/>
              <a:t>Process</a:t>
            </a:r>
            <a:r>
              <a:rPr lang="de-DE"/>
              <a:t> Mining Leader anerkannt, was ihre starkes </a:t>
            </a:r>
            <a:r>
              <a:rPr lang="de-DE" err="1"/>
              <a:t>Pozitionierung</a:t>
            </a:r>
            <a:r>
              <a:rPr lang="de-DE"/>
              <a:t> auf dem Markt zeigt.</a:t>
            </a:r>
            <a:endParaRPr lang="en-US"/>
          </a:p>
          <a:p>
            <a:endParaRPr lang="en-US">
              <a:cs typeface="+mn-lt"/>
            </a:endParaRPr>
          </a:p>
          <a:p>
            <a:r>
              <a:rPr lang="de-DE" err="1"/>
              <a:t>Signavio</a:t>
            </a:r>
            <a:r>
              <a:rPr lang="de-DE"/>
              <a:t> macht auch Fortschritte im Bereich der generativen KI (</a:t>
            </a:r>
            <a:r>
              <a:rPr lang="de-DE" err="1"/>
              <a:t>GenAI</a:t>
            </a:r>
            <a:r>
              <a:rPr lang="de-DE"/>
              <a:t>) mit sechs KI-gestützten Funktionen und der Erstellung ihres eigenen großen Prozessmodells die als Large </a:t>
            </a:r>
            <a:r>
              <a:rPr lang="de-DE" err="1"/>
              <a:t>Process</a:t>
            </a:r>
            <a:r>
              <a:rPr lang="de-DE"/>
              <a:t> Model bekannt ist. Dieses Modell ist ein speziell trainiertes LLM, das auf BPM-Anfragen spezialisiert ist. Wir werden später noch mehr darüber erfahren.</a:t>
            </a:r>
            <a:br>
              <a:rPr lang="en-US">
                <a:cs typeface="+mn-lt"/>
              </a:rPr>
            </a:br>
            <a:endParaRPr lang="en-US">
              <a:cs typeface="Calibri"/>
            </a:endParaRPr>
          </a:p>
          <a:p>
            <a:r>
              <a:rPr lang="de-DE"/>
              <a:t>Seit 2021, als </a:t>
            </a:r>
            <a:r>
              <a:rPr lang="de-DE" err="1"/>
              <a:t>Signavio</a:t>
            </a:r>
            <a:r>
              <a:rPr lang="de-DE"/>
              <a:t> von SAP übernommen wurde, ist es auf RISE verfügbar, der intelligenten Cloud-Plattform von SAP. SAP hat auch eigene KI-Initiativen gestartet, wie z.B. Joule, das wir gestern gesehen haben. </a:t>
            </a:r>
            <a:endParaRPr lang="de-DE">
              <a:cs typeface="Calibri"/>
            </a:endParaRPr>
          </a:p>
          <a:p>
            <a:r>
              <a:rPr lang="de-DE"/>
              <a:t>Wie gesagt, </a:t>
            </a:r>
            <a:r>
              <a:rPr lang="de-DE" err="1"/>
              <a:t>Siganvio</a:t>
            </a:r>
            <a:r>
              <a:rPr lang="de-DE"/>
              <a:t> ist gut in das SAP-Ökosystem integriert. SAP und </a:t>
            </a:r>
            <a:r>
              <a:rPr lang="de-DE" err="1"/>
              <a:t>Signavio</a:t>
            </a:r>
            <a:r>
              <a:rPr lang="de-DE"/>
              <a:t> haben gemeinsam über 200 Partnerschaften geschlossen und so eine starke Marktpräsenz geschaffen.</a:t>
            </a:r>
            <a:endParaRPr lang="de-DE">
              <a:cs typeface="Calibri"/>
            </a:endParaRPr>
          </a:p>
          <a:p>
            <a:endParaRPr lang="de-DE">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B3E3FD-1AC2-442A-BF1E-337C94B807E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9486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err="1"/>
              <a:t>Signavio</a:t>
            </a:r>
            <a:r>
              <a:rPr lang="de-DE"/>
              <a:t> bietet eine Cloud-Software für Prozessmanagement mit drei wichtigen Bereichen: </a:t>
            </a:r>
            <a:r>
              <a:rPr lang="de-DE" err="1"/>
              <a:t>Process</a:t>
            </a:r>
            <a:r>
              <a:rPr lang="de-DE"/>
              <a:t> Mining, Modellierung und Automatisierung. Diese Bereiche helfen </a:t>
            </a:r>
            <a:r>
              <a:rPr lang="de-DE" err="1"/>
              <a:t>Signavio</a:t>
            </a:r>
            <a:r>
              <a:rPr lang="de-DE"/>
              <a:t>, End-</a:t>
            </a:r>
            <a:r>
              <a:rPr lang="de-DE" err="1"/>
              <a:t>to</a:t>
            </a:r>
            <a:r>
              <a:rPr lang="de-DE"/>
              <a:t>-End Lösungen für ihre Kunden anzubieten. Im Jahr 2024 wurde </a:t>
            </a:r>
            <a:r>
              <a:rPr lang="de-DE" err="1"/>
              <a:t>Signavio</a:t>
            </a:r>
            <a:r>
              <a:rPr lang="de-DE"/>
              <a:t> als </a:t>
            </a:r>
            <a:r>
              <a:rPr lang="de-DE" err="1"/>
              <a:t>Process</a:t>
            </a:r>
            <a:r>
              <a:rPr lang="de-DE"/>
              <a:t> Mining Leader anerkannt, was ihre starkes </a:t>
            </a:r>
            <a:r>
              <a:rPr lang="de-DE" err="1"/>
              <a:t>Pozitionierung</a:t>
            </a:r>
            <a:r>
              <a:rPr lang="de-DE"/>
              <a:t> auf dem Markt zeigt.</a:t>
            </a:r>
            <a:endParaRPr lang="en-US"/>
          </a:p>
          <a:p>
            <a:endParaRPr lang="en-US">
              <a:cs typeface="+mn-lt"/>
            </a:endParaRPr>
          </a:p>
          <a:p>
            <a:r>
              <a:rPr lang="de-DE" err="1"/>
              <a:t>Signavio</a:t>
            </a:r>
            <a:r>
              <a:rPr lang="de-DE"/>
              <a:t> macht auch Fortschritte im Bereich der generativen KI (</a:t>
            </a:r>
            <a:r>
              <a:rPr lang="de-DE" err="1"/>
              <a:t>GenAI</a:t>
            </a:r>
            <a:r>
              <a:rPr lang="de-DE"/>
              <a:t>) mit sechs KI-gestützten Funktionen und der Erstellung ihres eigenen großen Prozessmodells die als Large </a:t>
            </a:r>
            <a:r>
              <a:rPr lang="de-DE" err="1"/>
              <a:t>Process</a:t>
            </a:r>
            <a:r>
              <a:rPr lang="de-DE"/>
              <a:t> Model bekannt ist. Dieses Modell ist ein speziell trainiertes LLM, das auf BPM-Anfragen spezialisiert ist. Wir werden später noch mehr darüber erfahren.</a:t>
            </a:r>
            <a:br>
              <a:rPr lang="en-US">
                <a:cs typeface="+mn-lt"/>
              </a:rPr>
            </a:br>
            <a:endParaRPr lang="en-US">
              <a:cs typeface="Calibri"/>
            </a:endParaRPr>
          </a:p>
          <a:p>
            <a:r>
              <a:rPr lang="de-DE"/>
              <a:t>Seit 2021, als </a:t>
            </a:r>
            <a:r>
              <a:rPr lang="de-DE" err="1"/>
              <a:t>Signavio</a:t>
            </a:r>
            <a:r>
              <a:rPr lang="de-DE"/>
              <a:t> von SAP übernommen wurde, ist es auf RISE verfügbar, der intelligenten Cloud-Plattform von SAP. SAP hat auch eigene KI-Initiativen gestartet, wie z.B. Joule, das wir gestern gesehen haben. </a:t>
            </a:r>
            <a:endParaRPr lang="de-DE">
              <a:cs typeface="Calibri"/>
            </a:endParaRPr>
          </a:p>
          <a:p>
            <a:r>
              <a:rPr lang="de-DE"/>
              <a:t>Wie gesagt, </a:t>
            </a:r>
            <a:r>
              <a:rPr lang="de-DE" err="1"/>
              <a:t>Siganvio</a:t>
            </a:r>
            <a:r>
              <a:rPr lang="de-DE"/>
              <a:t> ist gut in das SAP-Ökosystem integriert. SAP und </a:t>
            </a:r>
            <a:r>
              <a:rPr lang="de-DE" err="1"/>
              <a:t>Signavio</a:t>
            </a:r>
            <a:r>
              <a:rPr lang="de-DE"/>
              <a:t> haben gemeinsam über 200 Partnerschaften geschlossen und so eine starke Marktpräsenz geschaffen.</a:t>
            </a:r>
            <a:endParaRPr lang="de-DE">
              <a:cs typeface="Calibri"/>
            </a:endParaRPr>
          </a:p>
          <a:p>
            <a:endParaRPr lang="de-DE">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B3E3FD-1AC2-442A-BF1E-337C94B807E5}"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1876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Anfagen mit ein paar Grundinfomationen, um im Verlauf den Case besser verstehen zu können. Leider nicht ganz so visuell das Thema wie dronen die Strommasten inspizieren. </a:t>
            </a:r>
          </a:p>
          <a:p>
            <a:endParaRPr lang="en-DE"/>
          </a:p>
          <a:p>
            <a:r>
              <a:rPr lang="en-DE"/>
              <a:t>Business Prozess analyse und modeling basiert auf Prozess Daten aus verschiedensten Datenpunkten. </a:t>
            </a:r>
          </a:p>
          <a:p>
            <a:endParaRPr lang="en-DE"/>
          </a:p>
          <a:p>
            <a:r>
              <a:rPr lang="en-DE"/>
              <a:t>Warum machen wir das ganze? Wir wollen Ineffizienzen aufspühren, verbessern und so Strategische Entscheidungen unterstützen und über verschiedene Abteilungen um Unternehmen hinweg Business Prozesse Analysieren. </a:t>
            </a:r>
          </a:p>
          <a:p>
            <a:endParaRPr lang="en-DE"/>
          </a:p>
          <a:p>
            <a:r>
              <a:rPr lang="en-DE"/>
              <a:t>Wie machen wir das? Man verbindet ERP Systeme, bereitet die Daten auf und schaut dabei auf den aktuellen Prozess und den idealen Prozess wie man sich ihn eben vorstellt. Zusätzlich versucht man Abweichungen zu erkennen, und vor allem auch die Gründe dafür aufzuspühren und lösen. </a:t>
            </a:r>
          </a:p>
          <a:p>
            <a:endParaRPr lang="en-DE"/>
          </a:p>
          <a:p>
            <a:r>
              <a:rPr lang="en-DE"/>
              <a:t>Und genau an dieser Stelle kann man jetzt mit AI ansetzen um schneller zu Insights zu kommen. </a:t>
            </a:r>
          </a:p>
          <a:p>
            <a:endParaRPr lang="en-DE"/>
          </a:p>
          <a:p>
            <a:r>
              <a:rPr lang="en-DE"/>
              <a:t>Unter diesem Umbrella der Business Process Software versteht man verscheidene Systeme, im Endeffekt Marketing Begiffe dafür, die beiden wichstigsten: Klassisches BPM und Process Mining (viele kennen sicher auch Celonis die besonders in diesem Bereich aktiv sind)</a:t>
            </a:r>
          </a:p>
        </p:txBody>
      </p:sp>
      <p:sp>
        <p:nvSpPr>
          <p:cNvPr id="4" name="Slide Number Placeholder 3"/>
          <p:cNvSpPr>
            <a:spLocks noGrp="1"/>
          </p:cNvSpPr>
          <p:nvPr>
            <p:ph type="sldNum" sz="quarter" idx="5"/>
          </p:nvPr>
        </p:nvSpPr>
        <p:spPr/>
        <p:txBody>
          <a:bodyPr/>
          <a:lstStyle/>
          <a:p>
            <a:fld id="{CFB3E3FD-1AC2-442A-BF1E-337C94B807E5}" type="slidenum">
              <a:rPr lang="de-DE" smtClean="0"/>
              <a:t>7</a:t>
            </a:fld>
            <a:endParaRPr lang="de-DE"/>
          </a:p>
        </p:txBody>
      </p:sp>
    </p:spTree>
    <p:extLst>
      <p:ext uri="{BB962C8B-B14F-4D97-AF65-F5344CB8AC3E}">
        <p14:creationId xmlns:p14="http://schemas.microsoft.com/office/powerpoint/2010/main" val="805118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Die wichtigsten Erkenntnisse sind </a:t>
            </a:r>
          </a:p>
          <a:p>
            <a:pPr marL="171450" indent="-171450">
              <a:buFontTx/>
              <a:buChar char="-"/>
            </a:pPr>
            <a:r>
              <a:rPr lang="en-GB"/>
              <a:t>Text-to-process stark </a:t>
            </a:r>
            <a:r>
              <a:rPr lang="en-GB" err="1"/>
              <a:t>nachgefragt</a:t>
            </a:r>
            <a:r>
              <a:rPr lang="en-GB"/>
              <a:t>, </a:t>
            </a:r>
            <a:r>
              <a:rPr lang="en-GB" err="1"/>
              <a:t>Nutzen</a:t>
            </a:r>
            <a:r>
              <a:rPr lang="en-GB"/>
              <a:t> </a:t>
            </a:r>
            <a:r>
              <a:rPr lang="en-GB" err="1"/>
              <a:t>Vorhanden</a:t>
            </a:r>
            <a:endParaRPr lang="en-GB"/>
          </a:p>
          <a:p>
            <a:pPr marL="171450" indent="-171450">
              <a:buFontTx/>
              <a:buChar char="-"/>
            </a:pPr>
            <a:r>
              <a:rPr lang="en-GB"/>
              <a:t>“lite” AI features, </a:t>
            </a:r>
            <a:r>
              <a:rPr lang="en-GB" err="1"/>
              <a:t>z.B.</a:t>
            </a:r>
            <a:r>
              <a:rPr lang="en-GB"/>
              <a:t> </a:t>
            </a:r>
            <a:r>
              <a:rPr lang="en-GB" err="1"/>
              <a:t>automatische</a:t>
            </a:r>
            <a:r>
              <a:rPr lang="en-GB"/>
              <a:t> </a:t>
            </a:r>
            <a:r>
              <a:rPr lang="en-GB" err="1"/>
              <a:t>Übersetzung</a:t>
            </a:r>
            <a:r>
              <a:rPr lang="en-GB"/>
              <a:t> von </a:t>
            </a:r>
            <a:r>
              <a:rPr lang="en-GB" err="1"/>
              <a:t>Prozessmodellen</a:t>
            </a:r>
            <a:r>
              <a:rPr lang="en-GB"/>
              <a:t>, </a:t>
            </a:r>
            <a:r>
              <a:rPr lang="en-GB" err="1"/>
              <a:t>Erkennung</a:t>
            </a:r>
            <a:r>
              <a:rPr lang="en-GB"/>
              <a:t> von </a:t>
            </a:r>
            <a:r>
              <a:rPr lang="en-GB" err="1"/>
              <a:t>Redundanzen</a:t>
            </a:r>
            <a:r>
              <a:rPr lang="en-GB"/>
              <a:t> in </a:t>
            </a:r>
            <a:r>
              <a:rPr lang="en-GB" err="1"/>
              <a:t>Prozessmodellen</a:t>
            </a:r>
            <a:r>
              <a:rPr lang="en-GB"/>
              <a:t> </a:t>
            </a:r>
            <a:r>
              <a:rPr lang="en-GB" err="1"/>
              <a:t>würden</a:t>
            </a:r>
            <a:r>
              <a:rPr lang="en-GB"/>
              <a:t> </a:t>
            </a:r>
            <a:r>
              <a:rPr lang="en-GB" err="1"/>
              <a:t>sehr</a:t>
            </a:r>
            <a:r>
              <a:rPr lang="en-GB"/>
              <a:t> </a:t>
            </a:r>
            <a:r>
              <a:rPr lang="en-GB" err="1"/>
              <a:t>viel</a:t>
            </a:r>
            <a:r>
              <a:rPr lang="en-GB"/>
              <a:t> Arbeit </a:t>
            </a:r>
            <a:r>
              <a:rPr lang="en-GB" err="1"/>
              <a:t>sparen</a:t>
            </a:r>
            <a:endParaRPr lang="en-GB"/>
          </a:p>
          <a:p>
            <a:pPr marL="171450" indent="-171450">
              <a:buFontTx/>
              <a:buChar char="-"/>
            </a:pPr>
            <a:r>
              <a:rPr lang="en-GB" err="1"/>
              <a:t>Vor</a:t>
            </a:r>
            <a:r>
              <a:rPr lang="en-GB"/>
              <a:t> </a:t>
            </a:r>
            <a:r>
              <a:rPr lang="en-GB" err="1"/>
              <a:t>allem</a:t>
            </a:r>
            <a:r>
              <a:rPr lang="en-GB"/>
              <a:t> </a:t>
            </a:r>
            <a:r>
              <a:rPr lang="en-GB" err="1"/>
              <a:t>können</a:t>
            </a:r>
            <a:r>
              <a:rPr lang="en-GB"/>
              <a:t> </a:t>
            </a:r>
            <a:r>
              <a:rPr lang="en-GB" err="1"/>
              <a:t>diese</a:t>
            </a:r>
            <a:r>
              <a:rPr lang="en-GB"/>
              <a:t> Features </a:t>
            </a:r>
            <a:r>
              <a:rPr lang="en-GB" err="1"/>
              <a:t>auch</a:t>
            </a:r>
            <a:r>
              <a:rPr lang="en-GB"/>
              <a:t> in </a:t>
            </a:r>
            <a:r>
              <a:rPr lang="en-GB" err="1"/>
              <a:t>einem</a:t>
            </a:r>
            <a:r>
              <a:rPr lang="en-GB"/>
              <a:t>  </a:t>
            </a:r>
            <a:r>
              <a:rPr lang="en-GB" err="1"/>
              <a:t>noch</a:t>
            </a:r>
            <a:r>
              <a:rPr lang="en-GB"/>
              <a:t> </a:t>
            </a:r>
            <a:r>
              <a:rPr lang="en-GB" err="1"/>
              <a:t>nicht</a:t>
            </a:r>
            <a:r>
              <a:rPr lang="en-GB"/>
              <a:t> </a:t>
            </a:r>
            <a:r>
              <a:rPr lang="en-GB" err="1"/>
              <a:t>perfekt</a:t>
            </a:r>
            <a:r>
              <a:rPr lang="en-GB"/>
              <a:t> </a:t>
            </a:r>
            <a:r>
              <a:rPr lang="en-GB" err="1"/>
              <a:t>ausgereiften</a:t>
            </a:r>
            <a:r>
              <a:rPr lang="en-GB"/>
              <a:t> </a:t>
            </a:r>
            <a:r>
              <a:rPr lang="en-GB" err="1"/>
              <a:t>Zustand</a:t>
            </a:r>
            <a:r>
              <a:rPr lang="en-GB"/>
              <a:t> </a:t>
            </a:r>
            <a:r>
              <a:rPr lang="en-GB" err="1"/>
              <a:t>schon</a:t>
            </a:r>
            <a:r>
              <a:rPr lang="en-GB"/>
              <a:t> </a:t>
            </a:r>
            <a:r>
              <a:rPr lang="en-GB" err="1"/>
              <a:t>nutzen</a:t>
            </a:r>
            <a:r>
              <a:rPr lang="en-GB"/>
              <a:t> </a:t>
            </a:r>
            <a:r>
              <a:rPr lang="en-GB" err="1"/>
              <a:t>bringen</a:t>
            </a:r>
            <a:r>
              <a:rPr lang="en-GB"/>
              <a:t> </a:t>
            </a:r>
          </a:p>
          <a:p>
            <a:pPr marL="171450" indent="-171450">
              <a:buFontTx/>
              <a:buChar char="-"/>
            </a:pPr>
            <a:endParaRPr lang="en-GB"/>
          </a:p>
          <a:p>
            <a:pPr marL="171450" indent="-171450">
              <a:buFontTx/>
              <a:buChar char="-"/>
            </a:pPr>
            <a:r>
              <a:rPr lang="en-GB" err="1"/>
              <a:t>Signavio</a:t>
            </a:r>
            <a:r>
              <a:rPr lang="en-GB"/>
              <a:t> </a:t>
            </a:r>
            <a:r>
              <a:rPr lang="en-GB" err="1"/>
              <a:t>wir</a:t>
            </a:r>
            <a:r>
              <a:rPr lang="en-GB"/>
              <a:t> </a:t>
            </a:r>
            <a:r>
              <a:rPr lang="en-GB" err="1"/>
              <a:t>vor</a:t>
            </a:r>
            <a:r>
              <a:rPr lang="en-GB"/>
              <a:t> </a:t>
            </a:r>
            <a:r>
              <a:rPr lang="en-GB" err="1"/>
              <a:t>allem</a:t>
            </a:r>
            <a:r>
              <a:rPr lang="en-GB"/>
              <a:t> </a:t>
            </a:r>
            <a:r>
              <a:rPr lang="en-GB" err="1"/>
              <a:t>als</a:t>
            </a:r>
            <a:r>
              <a:rPr lang="en-GB"/>
              <a:t> </a:t>
            </a:r>
            <a:r>
              <a:rPr lang="en-GB" err="1"/>
              <a:t>Wissensbasis</a:t>
            </a:r>
            <a:r>
              <a:rPr lang="en-GB"/>
              <a:t> für Interne </a:t>
            </a:r>
            <a:r>
              <a:rPr lang="en-GB" err="1"/>
              <a:t>Prozesse</a:t>
            </a:r>
            <a:r>
              <a:rPr lang="en-GB"/>
              <a:t> </a:t>
            </a:r>
            <a:r>
              <a:rPr lang="en-GB" err="1"/>
              <a:t>genutzt</a:t>
            </a:r>
            <a:endParaRPr lang="en-GB"/>
          </a:p>
          <a:p>
            <a:pPr marL="171450" indent="-171450">
              <a:buFontTx/>
              <a:buChar char="-"/>
            </a:pPr>
            <a:r>
              <a:rPr lang="en-GB" err="1"/>
              <a:t>Gerade</a:t>
            </a:r>
            <a:r>
              <a:rPr lang="en-GB"/>
              <a:t> </a:t>
            </a:r>
            <a:r>
              <a:rPr lang="en-GB" err="1"/>
              <a:t>Prozess</a:t>
            </a:r>
            <a:r>
              <a:rPr lang="en-GB"/>
              <a:t> Insights and Intelligence </a:t>
            </a:r>
            <a:r>
              <a:rPr lang="en-GB" err="1"/>
              <a:t>könnte</a:t>
            </a:r>
            <a:r>
              <a:rPr lang="en-GB"/>
              <a:t> </a:t>
            </a:r>
            <a:r>
              <a:rPr lang="en-GB" err="1"/>
              <a:t>noch</a:t>
            </a:r>
            <a:r>
              <a:rPr lang="en-GB"/>
              <a:t> </a:t>
            </a:r>
            <a:r>
              <a:rPr lang="en-GB" err="1"/>
              <a:t>sichtbarer</a:t>
            </a:r>
            <a:r>
              <a:rPr lang="en-GB"/>
              <a:t> und </a:t>
            </a:r>
            <a:r>
              <a:rPr lang="en-GB" err="1"/>
              <a:t>einfacher</a:t>
            </a:r>
            <a:r>
              <a:rPr lang="en-GB"/>
              <a:t> </a:t>
            </a:r>
            <a:r>
              <a:rPr lang="en-GB" err="1"/>
              <a:t>nutzbar</a:t>
            </a:r>
            <a:r>
              <a:rPr lang="en-GB"/>
              <a:t> </a:t>
            </a:r>
            <a:r>
              <a:rPr lang="en-GB" err="1"/>
              <a:t>gemacht</a:t>
            </a:r>
            <a:r>
              <a:rPr lang="en-GB"/>
              <a:t> </a:t>
            </a:r>
            <a:r>
              <a:rPr lang="en-GB" err="1"/>
              <a:t>werden</a:t>
            </a:r>
            <a:endParaRPr lang="en-GB"/>
          </a:p>
          <a:p>
            <a:pPr marL="171450" indent="-171450">
              <a:buFontTx/>
              <a:buChar char="-"/>
            </a:pPr>
            <a:endParaRPr lang="en-GB"/>
          </a:p>
          <a:p>
            <a:pPr marL="171450" indent="-171450">
              <a:buFontTx/>
              <a:buChar char="-"/>
            </a:pPr>
            <a:r>
              <a:rPr lang="en-GB"/>
              <a:t>SAP </a:t>
            </a:r>
            <a:r>
              <a:rPr lang="en-GB" err="1"/>
              <a:t>ergänzt</a:t>
            </a:r>
            <a:r>
              <a:rPr lang="en-GB"/>
              <a:t> </a:t>
            </a:r>
            <a:r>
              <a:rPr lang="en-GB" err="1"/>
              <a:t>Signaviodurch</a:t>
            </a:r>
            <a:r>
              <a:rPr lang="en-GB"/>
              <a:t> </a:t>
            </a:r>
            <a:r>
              <a:rPr lang="en-GB" err="1"/>
              <a:t>weitere</a:t>
            </a:r>
            <a:r>
              <a:rPr lang="en-GB"/>
              <a:t> Tools </a:t>
            </a:r>
            <a:r>
              <a:rPr lang="en-GB" err="1"/>
              <a:t>wie</a:t>
            </a:r>
            <a:r>
              <a:rPr lang="en-GB"/>
              <a:t> </a:t>
            </a:r>
            <a:r>
              <a:rPr lang="en-GB" err="1"/>
              <a:t>LeanIX</a:t>
            </a:r>
            <a:r>
              <a:rPr lang="en-GB"/>
              <a:t> und </a:t>
            </a:r>
            <a:r>
              <a:rPr lang="en-GB" err="1"/>
              <a:t>Walkme</a:t>
            </a:r>
            <a:r>
              <a:rPr lang="en-GB"/>
              <a:t> um </a:t>
            </a:r>
            <a:r>
              <a:rPr lang="en-GB" err="1"/>
              <a:t>Busness</a:t>
            </a:r>
            <a:r>
              <a:rPr lang="en-GB"/>
              <a:t> Transformation Ende </a:t>
            </a:r>
            <a:r>
              <a:rPr lang="en-GB" err="1"/>
              <a:t>zu</a:t>
            </a:r>
            <a:r>
              <a:rPr lang="en-GB"/>
              <a:t> Ende </a:t>
            </a:r>
            <a:r>
              <a:rPr lang="en-GB" err="1"/>
              <a:t>Unterstützen</a:t>
            </a:r>
            <a:r>
              <a:rPr lang="en-GB"/>
              <a:t> </a:t>
            </a:r>
            <a:r>
              <a:rPr lang="en-GB" err="1"/>
              <a:t>zu</a:t>
            </a:r>
            <a:r>
              <a:rPr lang="en-GB"/>
              <a:t> </a:t>
            </a:r>
            <a:r>
              <a:rPr lang="en-GB" err="1"/>
              <a:t>könnnen</a:t>
            </a:r>
            <a:r>
              <a:rPr lang="en-GB"/>
              <a:t> </a:t>
            </a:r>
          </a:p>
          <a:p>
            <a:pPr marL="171450" indent="-171450">
              <a:buFontTx/>
              <a:buChar char="-"/>
            </a:pPr>
            <a:r>
              <a:rPr lang="en-GB" err="1"/>
              <a:t>Sollte</a:t>
            </a:r>
            <a:r>
              <a:rPr lang="en-GB"/>
              <a:t> </a:t>
            </a:r>
            <a:r>
              <a:rPr lang="en-GB" err="1"/>
              <a:t>dabei</a:t>
            </a:r>
            <a:r>
              <a:rPr lang="en-GB"/>
              <a:t> </a:t>
            </a:r>
            <a:r>
              <a:rPr lang="en-GB" err="1"/>
              <a:t>aber</a:t>
            </a:r>
            <a:r>
              <a:rPr lang="en-GB"/>
              <a:t> </a:t>
            </a:r>
            <a:r>
              <a:rPr lang="en-GB" err="1"/>
              <a:t>auch</a:t>
            </a:r>
            <a:r>
              <a:rPr lang="en-GB"/>
              <a:t> auf </a:t>
            </a:r>
            <a:r>
              <a:rPr lang="en-GB" err="1"/>
              <a:t>eine</a:t>
            </a:r>
            <a:r>
              <a:rPr lang="en-GB"/>
              <a:t> </a:t>
            </a:r>
            <a:r>
              <a:rPr lang="en-GB" err="1"/>
              <a:t>enge</a:t>
            </a:r>
            <a:r>
              <a:rPr lang="en-GB"/>
              <a:t> </a:t>
            </a:r>
            <a:r>
              <a:rPr lang="en-GB" err="1"/>
              <a:t>Verzahnung</a:t>
            </a:r>
            <a:r>
              <a:rPr lang="en-GB"/>
              <a:t> </a:t>
            </a:r>
            <a:r>
              <a:rPr lang="en-GB" err="1"/>
              <a:t>zwischen</a:t>
            </a:r>
            <a:r>
              <a:rPr lang="en-GB"/>
              <a:t> </a:t>
            </a:r>
            <a:r>
              <a:rPr lang="en-GB" err="1"/>
              <a:t>diesen</a:t>
            </a:r>
            <a:r>
              <a:rPr lang="en-GB"/>
              <a:t> Tools </a:t>
            </a:r>
            <a:r>
              <a:rPr lang="en-GB" err="1"/>
              <a:t>achten</a:t>
            </a:r>
            <a:endParaRPr lang="en-DE"/>
          </a:p>
        </p:txBody>
      </p:sp>
      <p:sp>
        <p:nvSpPr>
          <p:cNvPr id="4" name="Slide Number Placeholder 3"/>
          <p:cNvSpPr>
            <a:spLocks noGrp="1"/>
          </p:cNvSpPr>
          <p:nvPr>
            <p:ph type="sldNum" sz="quarter" idx="5"/>
          </p:nvPr>
        </p:nvSpPr>
        <p:spPr/>
        <p:txBody>
          <a:bodyPr/>
          <a:lstStyle/>
          <a:p>
            <a:fld id="{CFB3E3FD-1AC2-442A-BF1E-337C94B807E5}" type="slidenum">
              <a:rPr lang="de-DE" smtClean="0"/>
              <a:t>8</a:t>
            </a:fld>
            <a:endParaRPr lang="de-DE"/>
          </a:p>
        </p:txBody>
      </p:sp>
    </p:spTree>
    <p:extLst>
      <p:ext uri="{BB962C8B-B14F-4D97-AF65-F5344CB8AC3E}">
        <p14:creationId xmlns:p14="http://schemas.microsoft.com/office/powerpoint/2010/main" val="933652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Abschließen möchten wir mit ein paar Handlungsfähigen Vorschlägen für die Nahe und ferne Zukunft</a:t>
            </a:r>
          </a:p>
          <a:p>
            <a:r>
              <a:rPr lang="en-DE"/>
              <a:t>Kurzfristig </a:t>
            </a:r>
          </a:p>
          <a:p>
            <a:r>
              <a:rPr lang="en-DE"/>
              <a:t>-  Nicht kritische KI Features wie text-to-prozess sollten zeitnah ausgerollt werden, sobald sie dem Kunden wert bringen und müssen nicht in der ersten Version perfekt sein</a:t>
            </a:r>
          </a:p>
          <a:p>
            <a:r>
              <a:rPr lang="en-DE"/>
              <a:t>– Vor allem die U</a:t>
            </a:r>
            <a:r>
              <a:rPr lang="en-GB"/>
              <a:t>n</a:t>
            </a:r>
            <a:r>
              <a:rPr lang="en-DE"/>
              <a:t>terstützung von mehreren Sprachen in Prozessmodellen ist stakt nachgefragt </a:t>
            </a:r>
          </a:p>
          <a:p>
            <a:r>
              <a:rPr lang="en-DE"/>
              <a:t>Mittelfristig</a:t>
            </a:r>
          </a:p>
          <a:p>
            <a:pPr marL="171450" indent="-171450">
              <a:buFontTx/>
              <a:buChar char="-"/>
            </a:pPr>
            <a:r>
              <a:rPr lang="en-DE"/>
              <a:t>Weiterhin in Integrationen außerhab des SAP Universums investieren </a:t>
            </a:r>
          </a:p>
          <a:p>
            <a:pPr marL="171450" indent="-171450">
              <a:buFontTx/>
              <a:buChar char="-"/>
            </a:pPr>
            <a:r>
              <a:rPr lang="en-DE"/>
              <a:t>Und vor allem neue Zukäufe gut zu integrieren</a:t>
            </a:r>
          </a:p>
          <a:p>
            <a:pPr marL="0" indent="0">
              <a:buFontTx/>
              <a:buNone/>
            </a:pPr>
            <a:r>
              <a:rPr lang="en-DE"/>
              <a:t>Langfristig</a:t>
            </a:r>
          </a:p>
          <a:p>
            <a:pPr marL="0" indent="0">
              <a:buFontTx/>
              <a:buNone/>
            </a:pPr>
            <a:r>
              <a:rPr lang="en-DE"/>
              <a:t>– Haben unsere Analysen gezeigt vor bei Process Insights/Intelligence kann Generative KI helfen, </a:t>
            </a:r>
            <a:r>
              <a:rPr lang="en-GB"/>
              <a:t>den </a:t>
            </a:r>
            <a:r>
              <a:rPr lang="en-GB" err="1"/>
              <a:t>Zahlen</a:t>
            </a:r>
            <a:r>
              <a:rPr lang="en-GB"/>
              <a:t> und </a:t>
            </a:r>
            <a:r>
              <a:rPr lang="en-GB" err="1"/>
              <a:t>Metriken</a:t>
            </a:r>
            <a:r>
              <a:rPr lang="en-GB"/>
              <a:t> </a:t>
            </a:r>
            <a:r>
              <a:rPr lang="en-GB" err="1"/>
              <a:t>Kontext</a:t>
            </a:r>
            <a:r>
              <a:rPr lang="en-GB"/>
              <a:t> </a:t>
            </a:r>
            <a:r>
              <a:rPr lang="en-GB" err="1"/>
              <a:t>zu</a:t>
            </a:r>
            <a:r>
              <a:rPr lang="en-GB"/>
              <a:t> </a:t>
            </a:r>
            <a:r>
              <a:rPr lang="en-GB" err="1"/>
              <a:t>geben</a:t>
            </a:r>
            <a:r>
              <a:rPr lang="en-GB"/>
              <a:t>, um </a:t>
            </a:r>
            <a:r>
              <a:rPr lang="en-GB" err="1"/>
              <a:t>konkrete</a:t>
            </a:r>
            <a:r>
              <a:rPr lang="en-GB"/>
              <a:t> </a:t>
            </a:r>
            <a:r>
              <a:rPr lang="en-GB" err="1"/>
              <a:t>Maßnahmen</a:t>
            </a:r>
            <a:r>
              <a:rPr lang="en-GB"/>
              <a:t> </a:t>
            </a:r>
            <a:r>
              <a:rPr lang="en-GB" err="1"/>
              <a:t>vorzuschlagen</a:t>
            </a:r>
            <a:endParaRPr lang="en-DE"/>
          </a:p>
        </p:txBody>
      </p:sp>
      <p:sp>
        <p:nvSpPr>
          <p:cNvPr id="4" name="Slide Number Placeholder 3"/>
          <p:cNvSpPr>
            <a:spLocks noGrp="1"/>
          </p:cNvSpPr>
          <p:nvPr>
            <p:ph type="sldNum" sz="quarter" idx="5"/>
          </p:nvPr>
        </p:nvSpPr>
        <p:spPr/>
        <p:txBody>
          <a:bodyPr/>
          <a:lstStyle/>
          <a:p>
            <a:fld id="{CFB3E3FD-1AC2-442A-BF1E-337C94B807E5}" type="slidenum">
              <a:rPr lang="de-DE" smtClean="0"/>
              <a:t>9</a:t>
            </a:fld>
            <a:endParaRPr lang="de-DE"/>
          </a:p>
        </p:txBody>
      </p:sp>
    </p:spTree>
    <p:extLst>
      <p:ext uri="{BB962C8B-B14F-4D97-AF65-F5344CB8AC3E}">
        <p14:creationId xmlns:p14="http://schemas.microsoft.com/office/powerpoint/2010/main" val="3822532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50F0-8367-6ACF-1B69-0A47C9F536AB}"/>
              </a:ext>
            </a:extLst>
          </p:cNvPr>
          <p:cNvSpPr>
            <a:spLocks noGrp="1"/>
          </p:cNvSpPr>
          <p:nvPr>
            <p:ph type="title"/>
          </p:nvPr>
        </p:nvSpPr>
        <p:spPr>
          <a:xfrm>
            <a:off x="348344" y="365126"/>
            <a:ext cx="8675914" cy="897618"/>
          </a:xfrm>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7F53E2D5-29EF-2D5A-2E2F-3E7C3C09C030}"/>
              </a:ext>
            </a:extLst>
          </p:cNvPr>
          <p:cNvSpPr>
            <a:spLocks noGrp="1"/>
          </p:cNvSpPr>
          <p:nvPr>
            <p:ph idx="1"/>
          </p:nvPr>
        </p:nvSpPr>
        <p:spPr>
          <a:xfrm>
            <a:off x="348344" y="1643742"/>
            <a:ext cx="11495314" cy="466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CD0D0EB-2E01-2457-6501-E10A21793D87}"/>
              </a:ext>
            </a:extLst>
          </p:cNvPr>
          <p:cNvSpPr>
            <a:spLocks noGrp="1"/>
          </p:cNvSpPr>
          <p:nvPr>
            <p:ph type="dt" sz="half" idx="10"/>
          </p:nvPr>
        </p:nvSpPr>
        <p:spPr>
          <a:xfrm>
            <a:off x="838200" y="6356350"/>
            <a:ext cx="2743200" cy="365125"/>
          </a:xfrm>
          <a:prstGeom prst="rect">
            <a:avLst/>
          </a:prstGeom>
        </p:spPr>
        <p:txBody>
          <a:bodyPr/>
          <a:lstStyle/>
          <a:p>
            <a:endParaRPr lang="de-DE"/>
          </a:p>
        </p:txBody>
      </p:sp>
      <p:sp>
        <p:nvSpPr>
          <p:cNvPr id="5" name="Footer Placeholder 4">
            <a:extLst>
              <a:ext uri="{FF2B5EF4-FFF2-40B4-BE49-F238E27FC236}">
                <a16:creationId xmlns:a16="http://schemas.microsoft.com/office/drawing/2014/main" id="{BA6A88EF-57CB-2D96-B15A-3ADF8B1677C5}"/>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Slide Number Placeholder 5">
            <a:extLst>
              <a:ext uri="{FF2B5EF4-FFF2-40B4-BE49-F238E27FC236}">
                <a16:creationId xmlns:a16="http://schemas.microsoft.com/office/drawing/2014/main" id="{7EF7D40B-AED8-299F-04F1-DCBE74E7E1AA}"/>
              </a:ext>
            </a:extLst>
          </p:cNvPr>
          <p:cNvSpPr>
            <a:spLocks noGrp="1"/>
          </p:cNvSpPr>
          <p:nvPr>
            <p:ph type="sldNum" sz="quarter" idx="12"/>
          </p:nvPr>
        </p:nvSpPr>
        <p:spPr>
          <a:xfrm>
            <a:off x="8610600" y="6356350"/>
            <a:ext cx="2743200" cy="365125"/>
          </a:xfrm>
          <a:prstGeom prst="rect">
            <a:avLst/>
          </a:prstGeom>
        </p:spPr>
        <p:txBody>
          <a:bodyPr/>
          <a:lstStyle/>
          <a:p>
            <a:fld id="{C2575D38-ECF2-4A70-9750-F05435B3F1B3}" type="slidenum">
              <a:rPr lang="de-DE" smtClean="0"/>
              <a:t>‹#›</a:t>
            </a:fld>
            <a:endParaRPr lang="de-DE"/>
          </a:p>
        </p:txBody>
      </p:sp>
      <p:pic>
        <p:nvPicPr>
          <p:cNvPr id="7" name="Grafik 4">
            <a:extLst>
              <a:ext uri="{FF2B5EF4-FFF2-40B4-BE49-F238E27FC236}">
                <a16:creationId xmlns:a16="http://schemas.microsoft.com/office/drawing/2014/main" id="{71FB4AEF-85B0-BA14-0789-7527789751F4}"/>
              </a:ext>
            </a:extLst>
          </p:cNvPr>
          <p:cNvPicPr>
            <a:picLocks noChangeAspect="1"/>
          </p:cNvPicPr>
          <p:nvPr userDrawn="1"/>
        </p:nvPicPr>
        <p:blipFill>
          <a:blip r:embed="rId2"/>
          <a:stretch>
            <a:fillRect/>
          </a:stretch>
        </p:blipFill>
        <p:spPr>
          <a:xfrm>
            <a:off x="10842172" y="421431"/>
            <a:ext cx="1001486" cy="785008"/>
          </a:xfrm>
          <a:prstGeom prst="rect">
            <a:avLst/>
          </a:prstGeom>
        </p:spPr>
      </p:pic>
    </p:spTree>
    <p:extLst>
      <p:ext uri="{BB962C8B-B14F-4D97-AF65-F5344CB8AC3E}">
        <p14:creationId xmlns:p14="http://schemas.microsoft.com/office/powerpoint/2010/main" val="36103734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4321B-A4AC-1688-E2E0-6480C18F529C}"/>
              </a:ext>
            </a:extLst>
          </p:cNvPr>
          <p:cNvSpPr>
            <a:spLocks noGrp="1"/>
          </p:cNvSpPr>
          <p:nvPr>
            <p:ph type="title"/>
          </p:nvPr>
        </p:nvSpPr>
        <p:spPr/>
        <p:txBody>
          <a:bodyPr/>
          <a:lstStyle/>
          <a:p>
            <a:r>
              <a:rPr lang="en-US" dirty="0"/>
              <a:t>Click to edit Master title style</a:t>
            </a:r>
            <a:endParaRPr lang="de-DE" dirty="0"/>
          </a:p>
        </p:txBody>
      </p:sp>
      <p:sp>
        <p:nvSpPr>
          <p:cNvPr id="3" name="Content Placeholder 2">
            <a:extLst>
              <a:ext uri="{FF2B5EF4-FFF2-40B4-BE49-F238E27FC236}">
                <a16:creationId xmlns:a16="http://schemas.microsoft.com/office/drawing/2014/main" id="{95821083-5CEC-9C50-F347-08E25297FF04}"/>
              </a:ext>
            </a:extLst>
          </p:cNvPr>
          <p:cNvSpPr>
            <a:spLocks noGrp="1"/>
          </p:cNvSpPr>
          <p:nvPr>
            <p:ph sz="half" idx="1"/>
          </p:nvPr>
        </p:nvSpPr>
        <p:spPr>
          <a:xfrm>
            <a:off x="348344" y="1825625"/>
            <a:ext cx="5442856" cy="4498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C4CD1003-DB66-BC76-3482-28090F9A49F0}"/>
              </a:ext>
            </a:extLst>
          </p:cNvPr>
          <p:cNvSpPr>
            <a:spLocks noGrp="1"/>
          </p:cNvSpPr>
          <p:nvPr>
            <p:ph sz="half" idx="2"/>
          </p:nvPr>
        </p:nvSpPr>
        <p:spPr>
          <a:xfrm>
            <a:off x="6400802" y="1825625"/>
            <a:ext cx="5442856" cy="4498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pic>
        <p:nvPicPr>
          <p:cNvPr id="5" name="Grafik 4">
            <a:extLst>
              <a:ext uri="{FF2B5EF4-FFF2-40B4-BE49-F238E27FC236}">
                <a16:creationId xmlns:a16="http://schemas.microsoft.com/office/drawing/2014/main" id="{FB245B8D-7139-2752-CB9F-D4DEB5681140}"/>
              </a:ext>
            </a:extLst>
          </p:cNvPr>
          <p:cNvPicPr>
            <a:picLocks noChangeAspect="1"/>
          </p:cNvPicPr>
          <p:nvPr userDrawn="1"/>
        </p:nvPicPr>
        <p:blipFill>
          <a:blip r:embed="rId2"/>
          <a:stretch>
            <a:fillRect/>
          </a:stretch>
        </p:blipFill>
        <p:spPr>
          <a:xfrm>
            <a:off x="10842172" y="421431"/>
            <a:ext cx="1001486" cy="785008"/>
          </a:xfrm>
          <a:prstGeom prst="rect">
            <a:avLst/>
          </a:prstGeom>
        </p:spPr>
      </p:pic>
    </p:spTree>
    <p:extLst>
      <p:ext uri="{BB962C8B-B14F-4D97-AF65-F5344CB8AC3E}">
        <p14:creationId xmlns:p14="http://schemas.microsoft.com/office/powerpoint/2010/main" val="13403932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DE82-53C4-DFCB-988D-7D2D7FB6B560}"/>
              </a:ext>
            </a:extLst>
          </p:cNvPr>
          <p:cNvSpPr>
            <a:spLocks noGrp="1"/>
          </p:cNvSpPr>
          <p:nvPr>
            <p:ph type="title"/>
          </p:nvPr>
        </p:nvSpPr>
        <p:spPr/>
        <p:txBody>
          <a:bodyPr/>
          <a:lstStyle/>
          <a:p>
            <a:r>
              <a:rPr lang="en-US"/>
              <a:t>Click to edit Master title style</a:t>
            </a:r>
            <a:endParaRPr lang="de-DE"/>
          </a:p>
        </p:txBody>
      </p:sp>
      <p:sp>
        <p:nvSpPr>
          <p:cNvPr id="7" name="TextBox 6">
            <a:extLst>
              <a:ext uri="{FF2B5EF4-FFF2-40B4-BE49-F238E27FC236}">
                <a16:creationId xmlns:a16="http://schemas.microsoft.com/office/drawing/2014/main" id="{6707F1E4-6C05-0F0E-6381-897DCB2A6074}"/>
              </a:ext>
            </a:extLst>
          </p:cNvPr>
          <p:cNvSpPr txBox="1"/>
          <p:nvPr userDrawn="1"/>
        </p:nvSpPr>
        <p:spPr>
          <a:xfrm>
            <a:off x="348344" y="1458686"/>
            <a:ext cx="8675914" cy="4897664"/>
          </a:xfrm>
          <a:prstGeom prst="rect">
            <a:avLst/>
          </a:prstGeom>
          <a:noFill/>
        </p:spPr>
        <p:txBody>
          <a:bodyPr wrap="square" rtlCol="0">
            <a:spAutoFit/>
          </a:bodyPr>
          <a:lstStyle/>
          <a:p>
            <a:endParaRPr lang="de-DE"/>
          </a:p>
        </p:txBody>
      </p:sp>
      <p:sp>
        <p:nvSpPr>
          <p:cNvPr id="8" name="Content Placeholder 2">
            <a:extLst>
              <a:ext uri="{FF2B5EF4-FFF2-40B4-BE49-F238E27FC236}">
                <a16:creationId xmlns:a16="http://schemas.microsoft.com/office/drawing/2014/main" id="{8E3F2836-B337-DF94-4B1F-D9EA31565147}"/>
              </a:ext>
            </a:extLst>
          </p:cNvPr>
          <p:cNvSpPr>
            <a:spLocks noGrp="1"/>
          </p:cNvSpPr>
          <p:nvPr>
            <p:ph idx="1"/>
          </p:nvPr>
        </p:nvSpPr>
        <p:spPr>
          <a:xfrm>
            <a:off x="348344" y="1643742"/>
            <a:ext cx="7903027" cy="466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9" name="Content Placeholder 2">
            <a:extLst>
              <a:ext uri="{FF2B5EF4-FFF2-40B4-BE49-F238E27FC236}">
                <a16:creationId xmlns:a16="http://schemas.microsoft.com/office/drawing/2014/main" id="{43E30617-36F1-F500-1E47-AC45B68A5522}"/>
              </a:ext>
            </a:extLst>
          </p:cNvPr>
          <p:cNvSpPr>
            <a:spLocks noGrp="1"/>
          </p:cNvSpPr>
          <p:nvPr>
            <p:ph idx="10"/>
          </p:nvPr>
        </p:nvSpPr>
        <p:spPr>
          <a:xfrm>
            <a:off x="8523515" y="1643742"/>
            <a:ext cx="3320142" cy="4669971"/>
          </a:xfrm>
        </p:spPr>
        <p:txBody>
          <a:bodyPr/>
          <a:lstStyle/>
          <a:p>
            <a:pPr lvl="0"/>
            <a:r>
              <a:rPr lang="en-US"/>
              <a:t>Click to edit Master text styles</a:t>
            </a:r>
          </a:p>
          <a:p>
            <a:pPr lvl="1"/>
            <a:endParaRPr lang="de-DE"/>
          </a:p>
        </p:txBody>
      </p:sp>
      <p:pic>
        <p:nvPicPr>
          <p:cNvPr id="3" name="Grafik 4">
            <a:extLst>
              <a:ext uri="{FF2B5EF4-FFF2-40B4-BE49-F238E27FC236}">
                <a16:creationId xmlns:a16="http://schemas.microsoft.com/office/drawing/2014/main" id="{BA19FB80-F9FA-24C6-001E-ABAB65917844}"/>
              </a:ext>
            </a:extLst>
          </p:cNvPr>
          <p:cNvPicPr>
            <a:picLocks noChangeAspect="1"/>
          </p:cNvPicPr>
          <p:nvPr userDrawn="1"/>
        </p:nvPicPr>
        <p:blipFill>
          <a:blip r:embed="rId2"/>
          <a:stretch>
            <a:fillRect/>
          </a:stretch>
        </p:blipFill>
        <p:spPr>
          <a:xfrm>
            <a:off x="10842172" y="421431"/>
            <a:ext cx="1001486" cy="785008"/>
          </a:xfrm>
          <a:prstGeom prst="rect">
            <a:avLst/>
          </a:prstGeom>
        </p:spPr>
      </p:pic>
    </p:spTree>
    <p:extLst>
      <p:ext uri="{BB962C8B-B14F-4D97-AF65-F5344CB8AC3E}">
        <p14:creationId xmlns:p14="http://schemas.microsoft.com/office/powerpoint/2010/main" val="35364154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283DB-3B16-986A-B03C-99834EFAE9FF}"/>
              </a:ext>
            </a:extLst>
          </p:cNvPr>
          <p:cNvSpPr>
            <a:spLocks noGrp="1"/>
          </p:cNvSpPr>
          <p:nvPr>
            <p:ph type="title"/>
          </p:nvPr>
        </p:nvSpPr>
        <p:spPr>
          <a:xfrm>
            <a:off x="348344" y="365126"/>
            <a:ext cx="5310072" cy="897618"/>
          </a:xfrm>
        </p:spPr>
        <p:txBody>
          <a:bodyPr/>
          <a:lstStyle/>
          <a:p>
            <a:r>
              <a:rPr lang="en-US"/>
              <a:t>Click to edit Master title style</a:t>
            </a:r>
            <a:endParaRPr lang="de-DE"/>
          </a:p>
        </p:txBody>
      </p:sp>
      <p:pic>
        <p:nvPicPr>
          <p:cNvPr id="3" name="Grafik 7">
            <a:extLst>
              <a:ext uri="{FF2B5EF4-FFF2-40B4-BE49-F238E27FC236}">
                <a16:creationId xmlns:a16="http://schemas.microsoft.com/office/drawing/2014/main" id="{A9F89BB3-7D38-C686-C913-54B19E033318}"/>
              </a:ext>
            </a:extLst>
          </p:cNvPr>
          <p:cNvPicPr>
            <a:picLocks noChangeAspect="1"/>
          </p:cNvPicPr>
          <p:nvPr userDrawn="1"/>
        </p:nvPicPr>
        <p:blipFill>
          <a:blip r:embed="rId2"/>
          <a:stretch>
            <a:fillRect/>
          </a:stretch>
        </p:blipFill>
        <p:spPr>
          <a:xfrm>
            <a:off x="7525709" y="-5508"/>
            <a:ext cx="4666291" cy="6890220"/>
          </a:xfrm>
          <a:prstGeom prst="rect">
            <a:avLst/>
          </a:prstGeom>
        </p:spPr>
      </p:pic>
      <p:pic>
        <p:nvPicPr>
          <p:cNvPr id="5" name="Grafik 4">
            <a:extLst>
              <a:ext uri="{FF2B5EF4-FFF2-40B4-BE49-F238E27FC236}">
                <a16:creationId xmlns:a16="http://schemas.microsoft.com/office/drawing/2014/main" id="{AE821215-CA2C-0332-2A47-DBA1D60ABBC9}"/>
              </a:ext>
            </a:extLst>
          </p:cNvPr>
          <p:cNvPicPr>
            <a:picLocks noChangeAspect="1"/>
          </p:cNvPicPr>
          <p:nvPr userDrawn="1"/>
        </p:nvPicPr>
        <p:blipFill>
          <a:blip r:embed="rId3"/>
          <a:stretch>
            <a:fillRect/>
          </a:stretch>
        </p:blipFill>
        <p:spPr>
          <a:xfrm>
            <a:off x="348344" y="5833917"/>
            <a:ext cx="1001486" cy="785008"/>
          </a:xfrm>
          <a:prstGeom prst="rect">
            <a:avLst/>
          </a:prstGeom>
        </p:spPr>
      </p:pic>
    </p:spTree>
    <p:extLst>
      <p:ext uri="{BB962C8B-B14F-4D97-AF65-F5344CB8AC3E}">
        <p14:creationId xmlns:p14="http://schemas.microsoft.com/office/powerpoint/2010/main" val="479753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mage Placeholder">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75A0502D-F9C9-4C7B-8046-6BAFF63166E6}"/>
              </a:ext>
            </a:extLst>
          </p:cNvPr>
          <p:cNvSpPr>
            <a:spLocks noGrp="1"/>
          </p:cNvSpPr>
          <p:nvPr>
            <p:ph type="pic" sz="quarter" idx="10" hasCustomPrompt="1"/>
          </p:nvPr>
        </p:nvSpPr>
        <p:spPr>
          <a:xfrm>
            <a:off x="3505201" y="0"/>
            <a:ext cx="8689181" cy="6858000"/>
          </a:xfrm>
          <a:custGeom>
            <a:avLst/>
            <a:gdLst>
              <a:gd name="connsiteX0" fmla="*/ 4128326 w 8689181"/>
              <a:gd name="connsiteY0" fmla="*/ 0 h 6858000"/>
              <a:gd name="connsiteX1" fmla="*/ 8689181 w 8689181"/>
              <a:gd name="connsiteY1" fmla="*/ 0 h 6858000"/>
              <a:gd name="connsiteX2" fmla="*/ 8689181 w 8689181"/>
              <a:gd name="connsiteY2" fmla="*/ 6858000 h 6858000"/>
              <a:gd name="connsiteX3" fmla="*/ 0 w 86891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689181" h="6858000">
                <a:moveTo>
                  <a:pt x="4128326" y="0"/>
                </a:moveTo>
                <a:lnTo>
                  <a:pt x="8689181" y="0"/>
                </a:lnTo>
                <a:lnTo>
                  <a:pt x="8689181" y="6858000"/>
                </a:lnTo>
                <a:lnTo>
                  <a:pt x="0" y="6858000"/>
                </a:lnTo>
                <a:close/>
              </a:path>
            </a:pathLst>
          </a:custGeom>
          <a:blipFill>
            <a:blip r:embed="rId2"/>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304982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0A65D1-A2A1-9497-3869-4A51238DE13F}"/>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328ACB7-0B4F-1062-6718-A4588BC94E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339C256F-4A65-E3BA-763C-75D067C0C0A7}"/>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0EECB3BE-044F-B73F-ADFF-7F6242DD4AC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34AB662-B873-FEEC-BED7-018DC1701990}"/>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1457752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306DAA-CC9B-1933-94C2-B8122242DC6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AB0C6DC-B9B6-52C8-3C3B-243CA74810C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5D7B8A6-81B8-280D-88F7-8BA7E948EA68}"/>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82E641E9-C7CC-5F65-A6FE-5E8351EFE4D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1EAE0C5-9E9F-3444-8A1D-79AC1AEB261E}"/>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2098788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9BC879-ECB6-3840-A01F-92F7401131F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A2600992-BD69-E33A-7349-C227EA45A8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578B5E08-740D-B8BA-CAB7-A47624BF86D4}"/>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34FF9DD2-CC67-E312-7AF5-CF271AA33CC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1C4EDA7-9063-1D65-984F-371D740359BB}"/>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3522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6B0347-57B7-6341-56C8-7B34B542277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1F0B132-C0E8-F3B2-22DE-A5D4737C2C7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248AA4F-404D-DF6F-C07B-8D39D84E0A3D}"/>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7DB01090-019C-0411-2718-237A1B2E3D6D}"/>
              </a:ext>
            </a:extLst>
          </p:cNvPr>
          <p:cNvSpPr>
            <a:spLocks noGrp="1"/>
          </p:cNvSpPr>
          <p:nvPr>
            <p:ph type="dt" sz="half" idx="10"/>
          </p:nvPr>
        </p:nvSpPr>
        <p:spPr/>
        <p:txBody>
          <a:bodyPr/>
          <a:lstStyle/>
          <a:p>
            <a:endParaRPr lang="de-DE"/>
          </a:p>
        </p:txBody>
      </p:sp>
      <p:sp>
        <p:nvSpPr>
          <p:cNvPr id="6" name="Fußzeilenplatzhalter 5">
            <a:extLst>
              <a:ext uri="{FF2B5EF4-FFF2-40B4-BE49-F238E27FC236}">
                <a16:creationId xmlns:a16="http://schemas.microsoft.com/office/drawing/2014/main" id="{40E1EA2C-FE61-77DB-4E9E-83B5445D2D8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A21A9CF-E517-1B11-4E19-0960B7ABA21C}"/>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189831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FC654D-9F23-7CAF-30A6-40E9DC33F5A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45081C4-8DF9-52A2-6E16-549194776B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F944D6F-5DA5-AB34-4CC6-D5B241984D9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519A9850-2BC6-EA44-AE9A-2F64806E2D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B7D683F-FD12-7337-3853-25CEDCF8D7B1}"/>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61A9C64-9EB3-2BDE-D773-34C5D7A7C0AD}"/>
              </a:ext>
            </a:extLst>
          </p:cNvPr>
          <p:cNvSpPr>
            <a:spLocks noGrp="1"/>
          </p:cNvSpPr>
          <p:nvPr>
            <p:ph type="dt" sz="half" idx="10"/>
          </p:nvPr>
        </p:nvSpPr>
        <p:spPr/>
        <p:txBody>
          <a:bodyPr/>
          <a:lstStyle/>
          <a:p>
            <a:endParaRPr lang="de-DE"/>
          </a:p>
        </p:txBody>
      </p:sp>
      <p:sp>
        <p:nvSpPr>
          <p:cNvPr id="8" name="Fußzeilenplatzhalter 7">
            <a:extLst>
              <a:ext uri="{FF2B5EF4-FFF2-40B4-BE49-F238E27FC236}">
                <a16:creationId xmlns:a16="http://schemas.microsoft.com/office/drawing/2014/main" id="{3678324E-3741-CD1C-C22F-C667E09BDB0B}"/>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216C9ADF-82F7-542A-E652-A1DDB0B15F61}"/>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3228221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C34B1F-3D05-2FB7-F862-6F693B3D00D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0D493D17-E884-E47B-204D-A2328D402F53}"/>
              </a:ext>
            </a:extLst>
          </p:cNvPr>
          <p:cNvSpPr>
            <a:spLocks noGrp="1"/>
          </p:cNvSpPr>
          <p:nvPr>
            <p:ph type="dt" sz="half" idx="10"/>
          </p:nvPr>
        </p:nvSpPr>
        <p:spPr/>
        <p:txBody>
          <a:bodyPr/>
          <a:lstStyle/>
          <a:p>
            <a:endParaRPr lang="de-DE"/>
          </a:p>
        </p:txBody>
      </p:sp>
      <p:sp>
        <p:nvSpPr>
          <p:cNvPr id="4" name="Fußzeilenplatzhalter 3">
            <a:extLst>
              <a:ext uri="{FF2B5EF4-FFF2-40B4-BE49-F238E27FC236}">
                <a16:creationId xmlns:a16="http://schemas.microsoft.com/office/drawing/2014/main" id="{0F6BACF0-C990-B8C5-F566-7A50FFB302B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702A4C8-C33A-F386-8012-9F67BCFA63C4}"/>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2118131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5066570-E01D-A4CE-A16C-924A8F3CDA7E}"/>
              </a:ext>
            </a:extLst>
          </p:cNvPr>
          <p:cNvSpPr>
            <a:spLocks noGrp="1"/>
          </p:cNvSpPr>
          <p:nvPr>
            <p:ph type="dt" sz="half" idx="10"/>
          </p:nvPr>
        </p:nvSpPr>
        <p:spPr/>
        <p:txBody>
          <a:bodyPr/>
          <a:lstStyle/>
          <a:p>
            <a:endParaRPr lang="de-DE"/>
          </a:p>
        </p:txBody>
      </p:sp>
      <p:sp>
        <p:nvSpPr>
          <p:cNvPr id="3" name="Fußzeilenplatzhalter 2">
            <a:extLst>
              <a:ext uri="{FF2B5EF4-FFF2-40B4-BE49-F238E27FC236}">
                <a16:creationId xmlns:a16="http://schemas.microsoft.com/office/drawing/2014/main" id="{2C6F2E7D-2300-5FBC-F6AB-32C09F02B57C}"/>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D9C8D46-4F73-C7DF-DCD0-23A1F1EE30A3}"/>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3601585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F881ED-9125-2C7E-12CC-E4F27D85876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73459DF-451C-4236-C4FF-2F428D3F8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D6939AFF-CBCF-9DE3-8ACA-B4FD33A0F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D9B5AE4-7525-BCDA-FD81-97A124385DB6}"/>
              </a:ext>
            </a:extLst>
          </p:cNvPr>
          <p:cNvSpPr>
            <a:spLocks noGrp="1"/>
          </p:cNvSpPr>
          <p:nvPr>
            <p:ph type="dt" sz="half" idx="10"/>
          </p:nvPr>
        </p:nvSpPr>
        <p:spPr/>
        <p:txBody>
          <a:bodyPr/>
          <a:lstStyle/>
          <a:p>
            <a:endParaRPr lang="de-DE"/>
          </a:p>
        </p:txBody>
      </p:sp>
      <p:sp>
        <p:nvSpPr>
          <p:cNvPr id="6" name="Fußzeilenplatzhalter 5">
            <a:extLst>
              <a:ext uri="{FF2B5EF4-FFF2-40B4-BE49-F238E27FC236}">
                <a16:creationId xmlns:a16="http://schemas.microsoft.com/office/drawing/2014/main" id="{8444ACF3-27D0-D9DE-0615-E950FA86633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AD2C796-2E9E-3FBE-ADD3-0EFBD1E9E6FC}"/>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2793584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BE9962-CC01-41F4-7E04-B328363CCF7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5BD42065-15C0-53CF-50D9-D483703DCF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19E80477-9290-3189-A4DA-010580BACF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024FBF7-E1F4-A1E0-AFC7-46AD4C2AFB1E}"/>
              </a:ext>
            </a:extLst>
          </p:cNvPr>
          <p:cNvSpPr>
            <a:spLocks noGrp="1"/>
          </p:cNvSpPr>
          <p:nvPr>
            <p:ph type="dt" sz="half" idx="10"/>
          </p:nvPr>
        </p:nvSpPr>
        <p:spPr/>
        <p:txBody>
          <a:bodyPr/>
          <a:lstStyle/>
          <a:p>
            <a:endParaRPr lang="de-DE"/>
          </a:p>
        </p:txBody>
      </p:sp>
      <p:sp>
        <p:nvSpPr>
          <p:cNvPr id="6" name="Fußzeilenplatzhalter 5">
            <a:extLst>
              <a:ext uri="{FF2B5EF4-FFF2-40B4-BE49-F238E27FC236}">
                <a16:creationId xmlns:a16="http://schemas.microsoft.com/office/drawing/2014/main" id="{1707BF47-E631-37EC-9BF5-EAAF80D7CE8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7BE3483-898E-34CE-360B-A43B6C251F24}"/>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1407249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B32255-A35B-7C7C-3EED-813F7BC2E1D0}"/>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9DAB4EBE-4098-93B2-01CE-16FEC5DEB9E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E4AF08E-4AA4-812E-D68F-3123FB9E68A1}"/>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48C61029-AA88-E481-3496-21FE48EE03E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17EEA59-97E4-7404-67E9-8A2A054BEA54}"/>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3706956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D5DF38A7-E355-B54E-F5C8-5C492CDBE061}"/>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85D1F6F-F1FB-5894-258F-9B4F3007529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902F55B-B1E1-9478-2A02-A0F1BBA02A6F}"/>
              </a:ext>
            </a:extLst>
          </p:cNvPr>
          <p:cNvSpPr>
            <a:spLocks noGrp="1"/>
          </p:cNvSpPr>
          <p:nvPr>
            <p:ph type="dt" sz="half" idx="10"/>
          </p:nvPr>
        </p:nvSpPr>
        <p:spPr/>
        <p:txBody>
          <a:bodyPr/>
          <a:lstStyle/>
          <a:p>
            <a:endParaRPr lang="de-DE"/>
          </a:p>
        </p:txBody>
      </p:sp>
      <p:sp>
        <p:nvSpPr>
          <p:cNvPr id="5" name="Fußzeilenplatzhalter 4">
            <a:extLst>
              <a:ext uri="{FF2B5EF4-FFF2-40B4-BE49-F238E27FC236}">
                <a16:creationId xmlns:a16="http://schemas.microsoft.com/office/drawing/2014/main" id="{67A1F44E-C7B0-CC4A-F317-1D5BF0A26B9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3C9DC12-6C3A-3B1A-F195-71891775A510}"/>
              </a:ext>
            </a:extLst>
          </p:cNvPr>
          <p:cNvSpPr>
            <a:spLocks noGrp="1"/>
          </p:cNvSpPr>
          <p:nvPr>
            <p:ph type="sldNum" sz="quarter" idx="12"/>
          </p:nvPr>
        </p:nvSpPr>
        <p:spPr/>
        <p:txBody>
          <a:bodyPr/>
          <a:lstStyle/>
          <a:p>
            <a:fld id="{C3188B80-2387-6E4E-B30C-EE3052F8ECE6}" type="slidenum">
              <a:rPr lang="de-DE" smtClean="0"/>
              <a:t>‹#›</a:t>
            </a:fld>
            <a:endParaRPr lang="de-DE"/>
          </a:p>
        </p:txBody>
      </p:sp>
    </p:spTree>
    <p:extLst>
      <p:ext uri="{BB962C8B-B14F-4D97-AF65-F5344CB8AC3E}">
        <p14:creationId xmlns:p14="http://schemas.microsoft.com/office/powerpoint/2010/main" val="2708898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Image Placeholder">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75A0502D-F9C9-4C7B-8046-6BAFF63166E6}"/>
              </a:ext>
            </a:extLst>
          </p:cNvPr>
          <p:cNvSpPr>
            <a:spLocks noGrp="1"/>
          </p:cNvSpPr>
          <p:nvPr>
            <p:ph type="pic" sz="quarter" idx="10" hasCustomPrompt="1"/>
          </p:nvPr>
        </p:nvSpPr>
        <p:spPr>
          <a:xfrm>
            <a:off x="3505201" y="0"/>
            <a:ext cx="8689181" cy="6858000"/>
          </a:xfrm>
          <a:custGeom>
            <a:avLst/>
            <a:gdLst>
              <a:gd name="connsiteX0" fmla="*/ 4128326 w 8689181"/>
              <a:gd name="connsiteY0" fmla="*/ 0 h 6858000"/>
              <a:gd name="connsiteX1" fmla="*/ 8689181 w 8689181"/>
              <a:gd name="connsiteY1" fmla="*/ 0 h 6858000"/>
              <a:gd name="connsiteX2" fmla="*/ 8689181 w 8689181"/>
              <a:gd name="connsiteY2" fmla="*/ 6858000 h 6858000"/>
              <a:gd name="connsiteX3" fmla="*/ 0 w 86891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689181" h="6858000">
                <a:moveTo>
                  <a:pt x="4128326" y="0"/>
                </a:moveTo>
                <a:lnTo>
                  <a:pt x="8689181" y="0"/>
                </a:lnTo>
                <a:lnTo>
                  <a:pt x="8689181" y="6858000"/>
                </a:lnTo>
                <a:lnTo>
                  <a:pt x="0" y="6858000"/>
                </a:lnTo>
                <a:close/>
              </a:path>
            </a:pathLst>
          </a:custGeom>
          <a:blipFill>
            <a:blip r:embed="rId2"/>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01354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3" name="Title 2"/>
          <p:cNvSpPr>
            <a:spLocks noGrp="1"/>
          </p:cNvSpPr>
          <p:nvPr>
            <p:ph type="title"/>
          </p:nvPr>
        </p:nvSpPr>
        <p:spPr/>
        <p:txBody>
          <a:bodyPr/>
          <a:lstStyle/>
          <a:p>
            <a:r>
              <a:rPr lang="de-DE"/>
              <a:t>Mastertitelformat bearbeiten</a:t>
            </a:r>
            <a:endParaRPr lang="en-GB"/>
          </a:p>
        </p:txBody>
      </p:sp>
    </p:spTree>
    <p:extLst>
      <p:ext uri="{BB962C8B-B14F-4D97-AF65-F5344CB8AC3E}">
        <p14:creationId xmlns:p14="http://schemas.microsoft.com/office/powerpoint/2010/main" val="2257143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image" Target="../media/image6.emf"/><Relationship Id="rId2" Type="http://schemas.openxmlformats.org/officeDocument/2006/relationships/slideLayout" Target="../slideLayouts/slideLayout7.xml"/><Relationship Id="rId16" Type="http://schemas.openxmlformats.org/officeDocument/2006/relationships/oleObject" Target="../embeddings/oleObject1.bin"/><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ags" Target="../tags/tag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logo with a deer on it&#10;&#10;Description automatically generated">
            <a:extLst>
              <a:ext uri="{FF2B5EF4-FFF2-40B4-BE49-F238E27FC236}">
                <a16:creationId xmlns:a16="http://schemas.microsoft.com/office/drawing/2014/main" id="{CCC5664C-7C64-C514-6B27-5A562E901060}"/>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t="36811" b="39360"/>
          <a:stretch/>
        </p:blipFill>
        <p:spPr>
          <a:xfrm>
            <a:off x="9198255" y="649449"/>
            <a:ext cx="1584887" cy="377654"/>
          </a:xfrm>
          <a:prstGeom prst="rect">
            <a:avLst/>
          </a:prstGeom>
        </p:spPr>
      </p:pic>
      <p:pic>
        <p:nvPicPr>
          <p:cNvPr id="5" name="Picture 4" descr="A blue and black rectangles&#10;&#10;Description automatically generated">
            <a:extLst>
              <a:ext uri="{FF2B5EF4-FFF2-40B4-BE49-F238E27FC236}">
                <a16:creationId xmlns:a16="http://schemas.microsoft.com/office/drawing/2014/main" id="{BE98586C-C932-96CA-81C7-4A266187CA3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987108" y="612226"/>
            <a:ext cx="701506" cy="364454"/>
          </a:xfrm>
          <a:prstGeom prst="rect">
            <a:avLst/>
          </a:prstGeom>
        </p:spPr>
      </p:pic>
      <p:sp>
        <p:nvSpPr>
          <p:cNvPr id="2" name="Title Placeholder 1">
            <a:extLst>
              <a:ext uri="{FF2B5EF4-FFF2-40B4-BE49-F238E27FC236}">
                <a16:creationId xmlns:a16="http://schemas.microsoft.com/office/drawing/2014/main" id="{0AB0F425-B8A1-4F2F-B9B9-FD3E1D409CE4}"/>
              </a:ext>
            </a:extLst>
          </p:cNvPr>
          <p:cNvSpPr>
            <a:spLocks noGrp="1"/>
          </p:cNvSpPr>
          <p:nvPr>
            <p:ph type="title"/>
          </p:nvPr>
        </p:nvSpPr>
        <p:spPr>
          <a:xfrm>
            <a:off x="348344" y="365126"/>
            <a:ext cx="8675914" cy="897618"/>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17616DCA-88AB-4834-0B65-923A18826D96}"/>
              </a:ext>
            </a:extLst>
          </p:cNvPr>
          <p:cNvSpPr>
            <a:spLocks noGrp="1"/>
          </p:cNvSpPr>
          <p:nvPr>
            <p:ph type="body" idx="1"/>
          </p:nvPr>
        </p:nvSpPr>
        <p:spPr>
          <a:xfrm>
            <a:off x="348344" y="1643742"/>
            <a:ext cx="11495314" cy="46699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cxnSp>
        <p:nvCxnSpPr>
          <p:cNvPr id="9" name="Straight Connector 8">
            <a:extLst>
              <a:ext uri="{FF2B5EF4-FFF2-40B4-BE49-F238E27FC236}">
                <a16:creationId xmlns:a16="http://schemas.microsoft.com/office/drawing/2014/main" id="{D2D625AB-6E09-ED3D-6E00-6646BC4A44ED}"/>
              </a:ext>
            </a:extLst>
          </p:cNvPr>
          <p:cNvCxnSpPr>
            <a:cxnSpLocks/>
          </p:cNvCxnSpPr>
          <p:nvPr userDrawn="1"/>
        </p:nvCxnSpPr>
        <p:spPr>
          <a:xfrm>
            <a:off x="10842171" y="461611"/>
            <a:ext cx="0" cy="701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75854"/>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4" r:id="rId3"/>
    <p:sldLayoutId id="2147483658" r:id="rId4"/>
    <p:sldLayoutId id="2147483660" r:id="rId5"/>
  </p:sldLayoutIdLst>
  <p:txStyles>
    <p:titleStyle>
      <a:lvl1pPr algn="l" defTabSz="914400"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6164A"/>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E7366E3-21B8-C7B3-97EE-13046A9E8D59}"/>
              </a:ext>
            </a:extLst>
          </p:cNvPr>
          <p:cNvGraphicFramePr>
            <a:graphicFrameLocks noChangeAspect="1"/>
          </p:cNvGraphicFramePr>
          <p:nvPr userDrawn="1">
            <p:custDataLst>
              <p:tags r:id="rId15"/>
            </p:custDataLst>
            <p:extLst>
              <p:ext uri="{D42A27DB-BD31-4B8C-83A1-F6EECF244321}">
                <p14:modId xmlns:p14="http://schemas.microsoft.com/office/powerpoint/2010/main" val="2745519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6" imgW="353" imgH="353" progId="TCLayout.ActiveDocument.1">
                  <p:embed/>
                </p:oleObj>
              </mc:Choice>
              <mc:Fallback>
                <p:oleObj name="think-cell Folie" r:id="rId16" imgW="353" imgH="353" progId="TCLayout.ActiveDocument.1">
                  <p:embed/>
                  <p:pic>
                    <p:nvPicPr>
                      <p:cNvPr id="8" name="think-cell data - do not delete" hidden="1">
                        <a:extLst>
                          <a:ext uri="{FF2B5EF4-FFF2-40B4-BE49-F238E27FC236}">
                            <a16:creationId xmlns:a16="http://schemas.microsoft.com/office/drawing/2014/main" id="{EE7366E3-21B8-C7B3-97EE-13046A9E8D59}"/>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B6602078-D6FB-6271-A231-3AC5D916C7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E4A8B0C-E3ED-C567-65C7-5DCD6786D2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6D1C235-7E84-09E6-9871-8AD462028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de-DE"/>
          </a:p>
        </p:txBody>
      </p:sp>
      <p:sp>
        <p:nvSpPr>
          <p:cNvPr id="5" name="Fußzeilenplatzhalter 4">
            <a:extLst>
              <a:ext uri="{FF2B5EF4-FFF2-40B4-BE49-F238E27FC236}">
                <a16:creationId xmlns:a16="http://schemas.microsoft.com/office/drawing/2014/main" id="{B9569F75-30B1-780F-1E84-64BCFCB383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6145BA77-07BC-3266-ACFF-B69C47AAD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188B80-2387-6E4E-B30C-EE3052F8ECE6}" type="slidenum">
              <a:rPr lang="de-DE" smtClean="0"/>
              <a:t>‹#›</a:t>
            </a:fld>
            <a:endParaRPr lang="de-DE"/>
          </a:p>
        </p:txBody>
      </p:sp>
    </p:spTree>
    <p:extLst>
      <p:ext uri="{BB962C8B-B14F-4D97-AF65-F5344CB8AC3E}">
        <p14:creationId xmlns:p14="http://schemas.microsoft.com/office/powerpoint/2010/main" val="115175085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4.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6.xml"/><Relationship Id="rId7" Type="http://schemas.openxmlformats.org/officeDocument/2006/relationships/notesSlide" Target="../notesSlides/notesSlide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1.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4.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3E515315-2593-F144-8A7F-7D3960D26322}"/>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832" r="7832"/>
          <a:stretch/>
        </p:blipFill>
        <p:spPr>
          <a:xfrm>
            <a:off x="3505201" y="0"/>
            <a:ext cx="8689181" cy="6858000"/>
          </a:xfrm>
          <a:prstGeom prst="rect">
            <a:avLst/>
          </a:prstGeom>
        </p:spPr>
      </p:pic>
      <p:sp>
        <p:nvSpPr>
          <p:cNvPr id="9" name="Freeform: Shape 8">
            <a:extLst>
              <a:ext uri="{FF2B5EF4-FFF2-40B4-BE49-F238E27FC236}">
                <a16:creationId xmlns:a16="http://schemas.microsoft.com/office/drawing/2014/main" id="{3B6C6F02-0022-45F6-A166-12BD51C2D182}"/>
              </a:ext>
            </a:extLst>
          </p:cNvPr>
          <p:cNvSpPr/>
          <p:nvPr/>
        </p:nvSpPr>
        <p:spPr>
          <a:xfrm>
            <a:off x="6874097" y="1885997"/>
            <a:ext cx="2218944" cy="3086004"/>
          </a:xfrm>
          <a:custGeom>
            <a:avLst/>
            <a:gdLst>
              <a:gd name="connsiteX0" fmla="*/ 2218944 w 2218944"/>
              <a:gd name="connsiteY0" fmla="*/ 0 h 3086004"/>
              <a:gd name="connsiteX1" fmla="*/ 361188 w 2218944"/>
              <a:gd name="connsiteY1" fmla="*/ 3086005 h 3086004"/>
              <a:gd name="connsiteX2" fmla="*/ 0 w 2218944"/>
              <a:gd name="connsiteY2" fmla="*/ 3086005 h 3086004"/>
              <a:gd name="connsiteX3" fmla="*/ 1857756 w 2218944"/>
              <a:gd name="connsiteY3" fmla="*/ 0 h 3086004"/>
              <a:gd name="connsiteX4" fmla="*/ 2218944 w 2218944"/>
              <a:gd name="connsiteY4" fmla="*/ 0 h 3086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944" h="3086004">
                <a:moveTo>
                  <a:pt x="2218944" y="0"/>
                </a:moveTo>
                <a:lnTo>
                  <a:pt x="361188" y="3086005"/>
                </a:lnTo>
                <a:lnTo>
                  <a:pt x="0" y="3086005"/>
                </a:lnTo>
                <a:lnTo>
                  <a:pt x="1857756" y="0"/>
                </a:lnTo>
                <a:lnTo>
                  <a:pt x="2218944" y="0"/>
                </a:lnTo>
                <a:close/>
              </a:path>
            </a:pathLst>
          </a:custGeom>
          <a:gradFill flip="none" rotWithShape="1">
            <a:gsLst>
              <a:gs pos="0">
                <a:srgbClr val="1555FD">
                  <a:alpha val="85000"/>
                </a:srgbClr>
              </a:gs>
              <a:gs pos="100000">
                <a:srgbClr val="5680F8">
                  <a:alpha val="9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1" name="Freeform: Shape 10">
            <a:extLst>
              <a:ext uri="{FF2B5EF4-FFF2-40B4-BE49-F238E27FC236}">
                <a16:creationId xmlns:a16="http://schemas.microsoft.com/office/drawing/2014/main" id="{8B7448B1-7E48-449F-BE15-1B6268E24E6B}"/>
              </a:ext>
            </a:extLst>
          </p:cNvPr>
          <p:cNvSpPr/>
          <p:nvPr/>
        </p:nvSpPr>
        <p:spPr>
          <a:xfrm>
            <a:off x="0" y="849773"/>
            <a:ext cx="9093041" cy="5158454"/>
          </a:xfrm>
          <a:custGeom>
            <a:avLst/>
            <a:gdLst>
              <a:gd name="connsiteX0" fmla="*/ 9093041 w 9093041"/>
              <a:gd name="connsiteY0" fmla="*/ 0 h 5158454"/>
              <a:gd name="connsiteX1" fmla="*/ 5987796 w 9093041"/>
              <a:gd name="connsiteY1" fmla="*/ 5158455 h 5158454"/>
              <a:gd name="connsiteX2" fmla="*/ 0 w 9093041"/>
              <a:gd name="connsiteY2" fmla="*/ 5158455 h 5158454"/>
              <a:gd name="connsiteX3" fmla="*/ 0 w 9093041"/>
              <a:gd name="connsiteY3" fmla="*/ 0 h 5158454"/>
              <a:gd name="connsiteX4" fmla="*/ 9093041 w 9093041"/>
              <a:gd name="connsiteY4" fmla="*/ 0 h 5158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3041" h="5158454">
                <a:moveTo>
                  <a:pt x="9093041" y="0"/>
                </a:moveTo>
                <a:lnTo>
                  <a:pt x="5987796" y="5158455"/>
                </a:lnTo>
                <a:lnTo>
                  <a:pt x="0" y="5158455"/>
                </a:lnTo>
                <a:lnTo>
                  <a:pt x="0" y="0"/>
                </a:lnTo>
                <a:lnTo>
                  <a:pt x="9093041" y="0"/>
                </a:lnTo>
                <a:close/>
              </a:path>
            </a:pathLst>
          </a:custGeom>
          <a:gradFill>
            <a:gsLst>
              <a:gs pos="0">
                <a:schemeClr val="bg1">
                  <a:alpha val="80000"/>
                </a:schemeClr>
              </a:gs>
              <a:gs pos="100000">
                <a:schemeClr val="bg1">
                  <a:alpha val="95000"/>
                </a:schemeClr>
              </a:gs>
            </a:gsLst>
            <a:lin ang="10800000" scaled="1"/>
          </a:gradFill>
          <a:ln w="9525" cap="flat">
            <a:noFill/>
            <a:prstDash val="solid"/>
            <a:miter/>
          </a:ln>
          <a:effectLst>
            <a:outerShdw blurRad="152400" dist="38100" algn="l" rotWithShape="0">
              <a:prstClr val="black">
                <a:alpha val="8000"/>
              </a:prstClr>
            </a:outerShdw>
          </a:effectLst>
        </p:spPr>
        <p:txBody>
          <a:bodyPr rtlCol="0" anchor="ctr"/>
          <a:lstStyle/>
          <a:p>
            <a:endParaRPr lang="en-US">
              <a:solidFill>
                <a:prstClr val="black"/>
              </a:solidFill>
              <a:latin typeface="Montserrat"/>
            </a:endParaRPr>
          </a:p>
        </p:txBody>
      </p:sp>
      <p:sp>
        <p:nvSpPr>
          <p:cNvPr id="12" name="TextBox 11">
            <a:extLst>
              <a:ext uri="{FF2B5EF4-FFF2-40B4-BE49-F238E27FC236}">
                <a16:creationId xmlns:a16="http://schemas.microsoft.com/office/drawing/2014/main" id="{897AC524-72CE-420A-B388-2FE16A260C63}"/>
              </a:ext>
            </a:extLst>
          </p:cNvPr>
          <p:cNvSpPr txBox="1"/>
          <p:nvPr/>
        </p:nvSpPr>
        <p:spPr>
          <a:xfrm>
            <a:off x="495254" y="2032007"/>
            <a:ext cx="6378842" cy="1754326"/>
          </a:xfrm>
          <a:prstGeom prst="rect">
            <a:avLst/>
          </a:prstGeom>
          <a:noFill/>
        </p:spPr>
        <p:txBody>
          <a:bodyPr wrap="square" lIns="91440" tIns="45720" rIns="91440" bIns="45720" rtlCol="0" anchor="t">
            <a:spAutoFit/>
          </a:bodyPr>
          <a:lstStyle/>
          <a:p>
            <a:r>
              <a:rPr lang="en-US" sz="3600" b="1" dirty="0"/>
              <a:t>Impact of Olympic Games on Sport &amp; Economy:</a:t>
            </a:r>
            <a:br>
              <a:rPr lang="en-US" sz="3600" b="1" dirty="0">
                <a:cs typeface="Poppins"/>
              </a:rPr>
            </a:br>
            <a:r>
              <a:rPr lang="en-US" sz="3600" b="1" dirty="0">
                <a:gradFill>
                  <a:gsLst>
                    <a:gs pos="0">
                      <a:srgbClr val="1555FD"/>
                    </a:gs>
                    <a:gs pos="100000">
                      <a:srgbClr val="5680F8"/>
                    </a:gs>
                  </a:gsLst>
                  <a:lin ang="10800000" scaled="1"/>
                </a:gradFill>
                <a:cs typeface="Poppins"/>
                <a:sym typeface="Poppins"/>
              </a:rPr>
              <a:t>Telling Stories in R</a:t>
            </a:r>
          </a:p>
        </p:txBody>
      </p:sp>
      <p:sp>
        <p:nvSpPr>
          <p:cNvPr id="15" name="TextBox 14">
            <a:extLst>
              <a:ext uri="{FF2B5EF4-FFF2-40B4-BE49-F238E27FC236}">
                <a16:creationId xmlns:a16="http://schemas.microsoft.com/office/drawing/2014/main" id="{B8AF6746-E0B4-4EB7-B21B-9DD785296454}"/>
              </a:ext>
            </a:extLst>
          </p:cNvPr>
          <p:cNvSpPr txBox="1"/>
          <p:nvPr/>
        </p:nvSpPr>
        <p:spPr>
          <a:xfrm>
            <a:off x="495252" y="4462973"/>
            <a:ext cx="5730823" cy="338554"/>
          </a:xfrm>
          <a:prstGeom prst="rect">
            <a:avLst/>
          </a:prstGeom>
          <a:noFill/>
        </p:spPr>
        <p:txBody>
          <a:bodyPr wrap="square" rtlCol="0">
            <a:spAutoFit/>
          </a:bodyPr>
          <a:lstStyle/>
          <a:p>
            <a:r>
              <a:rPr lang="en-US" sz="1600" b="1" dirty="0">
                <a:solidFill>
                  <a:prstClr val="black"/>
                </a:solidFill>
                <a:cs typeface="Poppins"/>
                <a:sym typeface="Poppins"/>
                <a:rtl val="0"/>
              </a:rPr>
              <a:t>23.01.2026 Final Presentation</a:t>
            </a:r>
          </a:p>
        </p:txBody>
      </p:sp>
      <p:cxnSp>
        <p:nvCxnSpPr>
          <p:cNvPr id="8" name="Straight Connector 7">
            <a:extLst>
              <a:ext uri="{FF2B5EF4-FFF2-40B4-BE49-F238E27FC236}">
                <a16:creationId xmlns:a16="http://schemas.microsoft.com/office/drawing/2014/main" id="{8627E10E-7BF4-2939-C1CF-CA0F7464E851}"/>
              </a:ext>
            </a:extLst>
          </p:cNvPr>
          <p:cNvCxnSpPr>
            <a:cxnSpLocks/>
          </p:cNvCxnSpPr>
          <p:nvPr/>
        </p:nvCxnSpPr>
        <p:spPr>
          <a:xfrm>
            <a:off x="1310643" y="1280637"/>
            <a:ext cx="0" cy="701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A blue and black rectangles&#10;&#10;Description automatically generated">
            <a:extLst>
              <a:ext uri="{FF2B5EF4-FFF2-40B4-BE49-F238E27FC236}">
                <a16:creationId xmlns:a16="http://schemas.microsoft.com/office/drawing/2014/main" id="{66040D03-7C5A-F827-E428-A9BF7B5452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254" y="1434267"/>
            <a:ext cx="701506" cy="364454"/>
          </a:xfrm>
          <a:prstGeom prst="rect">
            <a:avLst/>
          </a:prstGeom>
        </p:spPr>
      </p:pic>
      <p:sp>
        <p:nvSpPr>
          <p:cNvPr id="2" name="Google Shape;491;g208c2696fa4_20_116">
            <a:extLst>
              <a:ext uri="{FF2B5EF4-FFF2-40B4-BE49-F238E27FC236}">
                <a16:creationId xmlns:a16="http://schemas.microsoft.com/office/drawing/2014/main" id="{F97F5D8D-0A97-4601-589F-C35492866726}"/>
              </a:ext>
            </a:extLst>
          </p:cNvPr>
          <p:cNvSpPr/>
          <p:nvPr/>
        </p:nvSpPr>
        <p:spPr>
          <a:xfrm rot="16200000">
            <a:off x="-1501436" y="7425572"/>
            <a:ext cx="5548237" cy="730259"/>
          </a:xfrm>
          <a:custGeom>
            <a:avLst/>
            <a:gdLst/>
            <a:ahLst/>
            <a:cxnLst/>
            <a:rect l="l" t="t" r="r" b="b"/>
            <a:pathLst>
              <a:path w="6773261" h="714190" extrusionOk="0">
                <a:moveTo>
                  <a:pt x="0" y="0"/>
                </a:moveTo>
                <a:lnTo>
                  <a:pt x="6079365" y="20294"/>
                </a:lnTo>
                <a:cubicBezTo>
                  <a:pt x="6462593" y="20294"/>
                  <a:pt x="6773261" y="330962"/>
                  <a:pt x="6773261" y="714190"/>
                </a:cubicBezTo>
              </a:path>
            </a:pathLst>
          </a:custGeom>
          <a:noFill/>
          <a:ln w="57150" cap="flat" cmpd="sng">
            <a:solidFill>
              <a:srgbClr val="537EF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highlight>
                <a:srgbClr val="FFFF00"/>
              </a:highlight>
              <a:uLnTx/>
              <a:uFillTx/>
              <a:latin typeface="Oswald Light"/>
              <a:ea typeface="Oswald Light"/>
              <a:cs typeface="Oswald Light"/>
              <a:sym typeface="Oswald Light"/>
            </a:endParaRPr>
          </a:p>
        </p:txBody>
      </p:sp>
      <p:cxnSp>
        <p:nvCxnSpPr>
          <p:cNvPr id="5" name="Google Shape;492;g208c2696fa4_20_116">
            <a:extLst>
              <a:ext uri="{FF2B5EF4-FFF2-40B4-BE49-F238E27FC236}">
                <a16:creationId xmlns:a16="http://schemas.microsoft.com/office/drawing/2014/main" id="{4FF38666-52E9-1C08-A289-7BC3C889C184}"/>
              </a:ext>
            </a:extLst>
          </p:cNvPr>
          <p:cNvCxnSpPr>
            <a:cxnSpLocks/>
          </p:cNvCxnSpPr>
          <p:nvPr/>
        </p:nvCxnSpPr>
        <p:spPr>
          <a:xfrm>
            <a:off x="1637812" y="5016583"/>
            <a:ext cx="4157346" cy="0"/>
          </a:xfrm>
          <a:prstGeom prst="straightConnector1">
            <a:avLst/>
          </a:prstGeom>
          <a:noFill/>
          <a:ln w="57150" cap="flat" cmpd="sng">
            <a:solidFill>
              <a:srgbClr val="537EF6"/>
            </a:solidFill>
            <a:prstDash val="solid"/>
            <a:miter lim="800000"/>
            <a:headEnd type="none" w="sm" len="sm"/>
            <a:tailEnd type="none" w="sm" len="sm"/>
          </a:ln>
        </p:spPr>
      </p:cxnSp>
    </p:spTree>
    <p:extLst>
      <p:ext uri="{BB962C8B-B14F-4D97-AF65-F5344CB8AC3E}">
        <p14:creationId xmlns:p14="http://schemas.microsoft.com/office/powerpoint/2010/main" val="3499256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Google Shape;491;g208c2696fa4_20_116">
            <a:extLst>
              <a:ext uri="{FF2B5EF4-FFF2-40B4-BE49-F238E27FC236}">
                <a16:creationId xmlns:a16="http://schemas.microsoft.com/office/drawing/2014/main" id="{7B167159-233C-B28F-5F16-D6412458EE1F}"/>
              </a:ext>
            </a:extLst>
          </p:cNvPr>
          <p:cNvSpPr/>
          <p:nvPr/>
        </p:nvSpPr>
        <p:spPr>
          <a:xfrm rot="16200000">
            <a:off x="-1501436" y="371638"/>
            <a:ext cx="5548237" cy="730259"/>
          </a:xfrm>
          <a:custGeom>
            <a:avLst/>
            <a:gdLst/>
            <a:ahLst/>
            <a:cxnLst/>
            <a:rect l="l" t="t" r="r" b="b"/>
            <a:pathLst>
              <a:path w="6773261" h="714190" extrusionOk="0">
                <a:moveTo>
                  <a:pt x="0" y="0"/>
                </a:moveTo>
                <a:lnTo>
                  <a:pt x="6079365" y="20294"/>
                </a:lnTo>
                <a:cubicBezTo>
                  <a:pt x="6462593" y="20294"/>
                  <a:pt x="6773261" y="330962"/>
                  <a:pt x="6773261" y="714190"/>
                </a:cubicBezTo>
              </a:path>
            </a:pathLst>
          </a:custGeom>
          <a:noFill/>
          <a:ln w="57150" cap="flat" cmpd="sng">
            <a:solidFill>
              <a:srgbClr val="537EF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highlight>
                <a:srgbClr val="FFFF00"/>
              </a:highlight>
              <a:uLnTx/>
              <a:uFillTx/>
              <a:latin typeface="Oswald Light"/>
              <a:ea typeface="Oswald Light"/>
              <a:cs typeface="Oswald Light"/>
              <a:sym typeface="Oswald Light"/>
            </a:endParaRPr>
          </a:p>
        </p:txBody>
      </p:sp>
      <p:sp>
        <p:nvSpPr>
          <p:cNvPr id="30" name="Google Shape;339;p2">
            <a:extLst>
              <a:ext uri="{FF2B5EF4-FFF2-40B4-BE49-F238E27FC236}">
                <a16:creationId xmlns:a16="http://schemas.microsoft.com/office/drawing/2014/main" id="{A35C1B48-877C-72BB-83A3-3B9A344480B9}"/>
              </a:ext>
            </a:extLst>
          </p:cNvPr>
          <p:cNvSpPr/>
          <p:nvPr/>
        </p:nvSpPr>
        <p:spPr>
          <a:xfrm rot="10800000">
            <a:off x="910051" y="3510886"/>
            <a:ext cx="1729912" cy="730362"/>
          </a:xfrm>
          <a:custGeom>
            <a:avLst/>
            <a:gdLst/>
            <a:ahLst/>
            <a:cxnLst/>
            <a:rect l="l" t="t" r="r" b="b"/>
            <a:pathLst>
              <a:path w="1876763" h="707616" extrusionOk="0">
                <a:moveTo>
                  <a:pt x="0" y="0"/>
                </a:moveTo>
                <a:lnTo>
                  <a:pt x="1182867" y="13720"/>
                </a:lnTo>
                <a:cubicBezTo>
                  <a:pt x="1566095" y="13720"/>
                  <a:pt x="1876763" y="324388"/>
                  <a:pt x="1876763" y="707616"/>
                </a:cubicBezTo>
              </a:path>
            </a:pathLst>
          </a:custGeom>
          <a:noFill/>
          <a:ln w="57150" cap="flat" cmpd="sng">
            <a:solidFill>
              <a:srgbClr val="537EF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highlight>
                <a:srgbClr val="FFFF00"/>
              </a:highlight>
              <a:uLnTx/>
              <a:uFillTx/>
              <a:latin typeface="Calibri"/>
              <a:ea typeface="Calibri"/>
              <a:cs typeface="Calibri"/>
              <a:sym typeface="Calibri"/>
            </a:endParaRPr>
          </a:p>
        </p:txBody>
      </p:sp>
      <p:cxnSp>
        <p:nvCxnSpPr>
          <p:cNvPr id="31" name="Google Shape;492;g208c2696fa4_20_116">
            <a:extLst>
              <a:ext uri="{FF2B5EF4-FFF2-40B4-BE49-F238E27FC236}">
                <a16:creationId xmlns:a16="http://schemas.microsoft.com/office/drawing/2014/main" id="{AACA976A-C5DE-8C13-DCFF-E02BFC09012F}"/>
              </a:ext>
            </a:extLst>
          </p:cNvPr>
          <p:cNvCxnSpPr>
            <a:cxnSpLocks/>
          </p:cNvCxnSpPr>
          <p:nvPr/>
        </p:nvCxnSpPr>
        <p:spPr>
          <a:xfrm>
            <a:off x="2580277" y="4241248"/>
            <a:ext cx="8454011" cy="0"/>
          </a:xfrm>
          <a:prstGeom prst="straightConnector1">
            <a:avLst/>
          </a:prstGeom>
          <a:noFill/>
          <a:ln w="57150" cap="flat" cmpd="sng">
            <a:solidFill>
              <a:srgbClr val="537EF6"/>
            </a:solidFill>
            <a:prstDash val="solid"/>
            <a:miter lim="800000"/>
            <a:headEnd type="none" w="sm" len="sm"/>
            <a:tailEnd type="none" w="sm" len="sm"/>
          </a:ln>
        </p:spPr>
      </p:cxnSp>
      <p:pic>
        <p:nvPicPr>
          <p:cNvPr id="6" name="Google Shape;390;p4">
            <a:extLst>
              <a:ext uri="{FF2B5EF4-FFF2-40B4-BE49-F238E27FC236}">
                <a16:creationId xmlns:a16="http://schemas.microsoft.com/office/drawing/2014/main" id="{27013412-1C6D-08A1-9982-1263A750E1CF}"/>
              </a:ext>
            </a:extLst>
          </p:cNvPr>
          <p:cNvPicPr preferRelativeResize="0"/>
          <p:nvPr/>
        </p:nvPicPr>
        <p:blipFill rotWithShape="1">
          <a:blip r:embed="rId3">
            <a:alphaModFix/>
          </a:blip>
          <a:srcRect/>
          <a:stretch/>
        </p:blipFill>
        <p:spPr>
          <a:xfrm>
            <a:off x="1814821" y="292072"/>
            <a:ext cx="4393474" cy="8627339"/>
          </a:xfrm>
          <a:prstGeom prst="rect">
            <a:avLst/>
          </a:prstGeom>
          <a:noFill/>
          <a:ln>
            <a:noFill/>
          </a:ln>
        </p:spPr>
      </p:pic>
      <p:pic>
        <p:nvPicPr>
          <p:cNvPr id="12" name="Grafik 11" descr="Ein Bild, das Text, Screenshot, Person enthält.&#10;&#10;Automatisch generierte Beschreibung">
            <a:extLst>
              <a:ext uri="{FF2B5EF4-FFF2-40B4-BE49-F238E27FC236}">
                <a16:creationId xmlns:a16="http://schemas.microsoft.com/office/drawing/2014/main" id="{121162D2-3E9B-7EDD-B717-8B9547D133FF}"/>
              </a:ext>
            </a:extLst>
          </p:cNvPr>
          <p:cNvPicPr>
            <a:picLocks noChangeAspect="1"/>
          </p:cNvPicPr>
          <p:nvPr/>
        </p:nvPicPr>
        <p:blipFill rotWithShape="1">
          <a:blip r:embed="rId4"/>
          <a:srcRect l="9128" t="8336" r="5330" b="71637"/>
          <a:stretch/>
        </p:blipFill>
        <p:spPr>
          <a:xfrm>
            <a:off x="2486958" y="646923"/>
            <a:ext cx="3246950" cy="340424"/>
          </a:xfrm>
          <a:prstGeom prst="rect">
            <a:avLst/>
          </a:prstGeom>
        </p:spPr>
      </p:pic>
      <p:pic>
        <p:nvPicPr>
          <p:cNvPr id="7" name="Google Shape;391;p4">
            <a:extLst>
              <a:ext uri="{FF2B5EF4-FFF2-40B4-BE49-F238E27FC236}">
                <a16:creationId xmlns:a16="http://schemas.microsoft.com/office/drawing/2014/main" id="{53550ADD-7881-9817-28C3-1485D5E72839}"/>
              </a:ext>
            </a:extLst>
          </p:cNvPr>
          <p:cNvPicPr preferRelativeResize="0"/>
          <p:nvPr/>
        </p:nvPicPr>
        <p:blipFill rotWithShape="1">
          <a:blip r:embed="rId5">
            <a:alphaModFix/>
          </a:blip>
          <a:srcRect/>
          <a:stretch/>
        </p:blipFill>
        <p:spPr>
          <a:xfrm>
            <a:off x="3322581" y="573671"/>
            <a:ext cx="1334381" cy="415482"/>
          </a:xfrm>
          <a:prstGeom prst="rect">
            <a:avLst/>
          </a:prstGeom>
          <a:noFill/>
          <a:ln>
            <a:noFill/>
          </a:ln>
        </p:spPr>
      </p:pic>
      <p:sp>
        <p:nvSpPr>
          <p:cNvPr id="24" name="Textfeld 23">
            <a:extLst>
              <a:ext uri="{FF2B5EF4-FFF2-40B4-BE49-F238E27FC236}">
                <a16:creationId xmlns:a16="http://schemas.microsoft.com/office/drawing/2014/main" id="{F7E43ABA-F636-ACD1-1D69-ED823D4AC0A7}"/>
              </a:ext>
            </a:extLst>
          </p:cNvPr>
          <p:cNvSpPr txBox="1"/>
          <p:nvPr/>
        </p:nvSpPr>
        <p:spPr>
          <a:xfrm>
            <a:off x="6911814" y="1274387"/>
            <a:ext cx="5127786"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b="1" dirty="0">
                <a:solidFill>
                  <a:srgbClr val="537EF6"/>
                </a:solidFill>
                <a:latin typeface="Calibri" panose="020F0502020204030204"/>
              </a:rPr>
              <a:t>H</a:t>
            </a:r>
            <a:r>
              <a:rPr kumimoji="0" lang="en-US" sz="4000" b="1" i="0" u="none" strike="noStrike" kern="1200" cap="none" spc="0" normalizeH="0" baseline="0" noProof="0" dirty="0" err="1">
                <a:ln>
                  <a:noFill/>
                </a:ln>
                <a:solidFill>
                  <a:srgbClr val="537EF6"/>
                </a:solidFill>
                <a:effectLst/>
                <a:uLnTx/>
                <a:uFillTx/>
                <a:latin typeface="Calibri" panose="020F0502020204030204"/>
                <a:ea typeface="+mn-ea"/>
                <a:cs typeface="+mn-cs"/>
              </a:rPr>
              <a:t>osting</a:t>
            </a:r>
            <a:r>
              <a:rPr kumimoji="0" lang="en-US" sz="4000" b="1" i="0" u="none" strike="noStrike" kern="1200" cap="none" spc="0" normalizeH="0" baseline="0" noProof="0" dirty="0">
                <a:ln>
                  <a:noFill/>
                </a:ln>
                <a:solidFill>
                  <a:srgbClr val="537EF6"/>
                </a:solidFill>
                <a:effectLst/>
                <a:uLnTx/>
                <a:uFillTx/>
                <a:latin typeface="Calibri" panose="020F0502020204030204"/>
                <a:ea typeface="+mn-ea"/>
                <a:cs typeface="+mn-cs"/>
              </a:rPr>
              <a:t> the Olympic Games in 2036 </a:t>
            </a:r>
            <a:r>
              <a:rPr kumimoji="0" lang="en-US" sz="4000" b="1" i="0" u="none" strike="noStrike" kern="1200" cap="none" spc="0" normalizeH="0" baseline="0" noProof="0" dirty="0">
                <a:ln>
                  <a:noFill/>
                </a:ln>
                <a:effectLst/>
                <a:uLnTx/>
                <a:uFillTx/>
                <a:latin typeface="Calibri" panose="020F0502020204030204"/>
                <a:ea typeface="+mn-ea"/>
                <a:cs typeface="+mn-cs"/>
              </a:rPr>
              <a:t>is considered a hot topic</a:t>
            </a:r>
            <a:r>
              <a:rPr lang="en-US" sz="4000" b="1" dirty="0">
                <a:latin typeface="Calibri" panose="020F0502020204030204"/>
              </a:rPr>
              <a:t>...</a:t>
            </a:r>
            <a:endParaRPr kumimoji="0" lang="en-US" sz="4000" b="1" i="0" u="none" strike="noStrike" kern="1200" cap="none" spc="0" normalizeH="0" baseline="0" noProof="0" dirty="0">
              <a:ln>
                <a:noFill/>
              </a:ln>
              <a:effectLst/>
              <a:uLnTx/>
              <a:uFillTx/>
              <a:latin typeface="Helvetica" pitchFamily="2" charset="0"/>
              <a:ea typeface="+mn-ea"/>
              <a:cs typeface="+mn-cs"/>
            </a:endParaRPr>
          </a:p>
        </p:txBody>
      </p:sp>
      <p:sp>
        <p:nvSpPr>
          <p:cNvPr id="33" name="Google Shape;339;p2">
            <a:extLst>
              <a:ext uri="{FF2B5EF4-FFF2-40B4-BE49-F238E27FC236}">
                <a16:creationId xmlns:a16="http://schemas.microsoft.com/office/drawing/2014/main" id="{32948B6A-DA20-1387-C596-0302EF2C6A52}"/>
              </a:ext>
            </a:extLst>
          </p:cNvPr>
          <p:cNvSpPr/>
          <p:nvPr/>
        </p:nvSpPr>
        <p:spPr>
          <a:xfrm rot="5400000" flipH="1">
            <a:off x="10534514" y="4741022"/>
            <a:ext cx="1729912" cy="730362"/>
          </a:xfrm>
          <a:custGeom>
            <a:avLst/>
            <a:gdLst/>
            <a:ahLst/>
            <a:cxnLst/>
            <a:rect l="l" t="t" r="r" b="b"/>
            <a:pathLst>
              <a:path w="1876763" h="707616" extrusionOk="0">
                <a:moveTo>
                  <a:pt x="0" y="0"/>
                </a:moveTo>
                <a:lnTo>
                  <a:pt x="1182867" y="13720"/>
                </a:lnTo>
                <a:cubicBezTo>
                  <a:pt x="1566095" y="13720"/>
                  <a:pt x="1876763" y="324388"/>
                  <a:pt x="1876763" y="707616"/>
                </a:cubicBezTo>
              </a:path>
            </a:pathLst>
          </a:custGeom>
          <a:noFill/>
          <a:ln w="57150" cap="flat" cmpd="sng">
            <a:solidFill>
              <a:srgbClr val="537EF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highlight>
                <a:srgbClr val="FFFF00"/>
              </a:highlight>
              <a:uLnTx/>
              <a:uFillTx/>
              <a:latin typeface="Calibri"/>
              <a:ea typeface="Calibri"/>
              <a:cs typeface="Calibri"/>
              <a:sym typeface="Calibri"/>
            </a:endParaRPr>
          </a:p>
        </p:txBody>
      </p:sp>
      <p:cxnSp>
        <p:nvCxnSpPr>
          <p:cNvPr id="34" name="Google Shape;492;g208c2696fa4_20_116">
            <a:extLst>
              <a:ext uri="{FF2B5EF4-FFF2-40B4-BE49-F238E27FC236}">
                <a16:creationId xmlns:a16="http://schemas.microsoft.com/office/drawing/2014/main" id="{167D9C29-719E-BC86-563E-434CE4581C75}"/>
              </a:ext>
            </a:extLst>
          </p:cNvPr>
          <p:cNvCxnSpPr>
            <a:cxnSpLocks/>
          </p:cNvCxnSpPr>
          <p:nvPr/>
        </p:nvCxnSpPr>
        <p:spPr>
          <a:xfrm flipV="1">
            <a:off x="11764651" y="5924827"/>
            <a:ext cx="0" cy="4286536"/>
          </a:xfrm>
          <a:prstGeom prst="straightConnector1">
            <a:avLst/>
          </a:prstGeom>
          <a:noFill/>
          <a:ln w="57150" cap="flat" cmpd="sng">
            <a:solidFill>
              <a:srgbClr val="537EF6"/>
            </a:solidFill>
            <a:prstDash val="solid"/>
            <a:miter lim="800000"/>
            <a:headEnd type="none" w="sm" len="sm"/>
            <a:tailEnd type="none" w="sm" len="sm"/>
          </a:ln>
        </p:spPr>
      </p:cxnSp>
      <p:pic>
        <p:nvPicPr>
          <p:cNvPr id="11" name="Picture 10">
            <a:extLst>
              <a:ext uri="{FF2B5EF4-FFF2-40B4-BE49-F238E27FC236}">
                <a16:creationId xmlns:a16="http://schemas.microsoft.com/office/drawing/2014/main" id="{E17131EF-E30F-B643-AF50-10975898A35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122595" y="3011166"/>
            <a:ext cx="3757017" cy="1856511"/>
          </a:xfrm>
          <a:prstGeom prst="rect">
            <a:avLst/>
          </a:prstGeom>
        </p:spPr>
      </p:pic>
      <p:pic>
        <p:nvPicPr>
          <p:cNvPr id="17" name="Picture 16">
            <a:extLst>
              <a:ext uri="{FF2B5EF4-FFF2-40B4-BE49-F238E27FC236}">
                <a16:creationId xmlns:a16="http://schemas.microsoft.com/office/drawing/2014/main" id="{D5A13913-9DD0-E28B-E00E-36F079DB451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122595" y="4867677"/>
            <a:ext cx="3763128" cy="1889964"/>
          </a:xfrm>
          <a:prstGeom prst="rect">
            <a:avLst/>
          </a:prstGeom>
        </p:spPr>
      </p:pic>
      <p:pic>
        <p:nvPicPr>
          <p:cNvPr id="9" name="Picture 8">
            <a:extLst>
              <a:ext uri="{FF2B5EF4-FFF2-40B4-BE49-F238E27FC236}">
                <a16:creationId xmlns:a16="http://schemas.microsoft.com/office/drawing/2014/main" id="{B2CDC2D9-1951-D67B-E4FA-1EADB3C51996}"/>
              </a:ext>
            </a:extLst>
          </p:cNvPr>
          <p:cNvPicPr>
            <a:picLocks noChangeAspect="1"/>
          </p:cNvPicPr>
          <p:nvPr/>
        </p:nvPicPr>
        <p:blipFill>
          <a:blip r:embed="rId8"/>
          <a:stretch>
            <a:fillRect/>
          </a:stretch>
        </p:blipFill>
        <p:spPr>
          <a:xfrm>
            <a:off x="2122595" y="1056027"/>
            <a:ext cx="3757017" cy="1954363"/>
          </a:xfrm>
          <a:prstGeom prst="rect">
            <a:avLst/>
          </a:prstGeom>
        </p:spPr>
      </p:pic>
    </p:spTree>
    <p:extLst>
      <p:ext uri="{BB962C8B-B14F-4D97-AF65-F5344CB8AC3E}">
        <p14:creationId xmlns:p14="http://schemas.microsoft.com/office/powerpoint/2010/main" val="5163066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CD1CE796-46B6-E418-606B-2260099C55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9" name="Object 58" hidden="1">
                        <a:extLst>
                          <a:ext uri="{FF2B5EF4-FFF2-40B4-BE49-F238E27FC236}">
                            <a16:creationId xmlns:a16="http://schemas.microsoft.com/office/drawing/2014/main" id="{CD1CE796-46B6-E418-606B-2260099C554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2">
            <a:extLst>
              <a:ext uri="{FF2B5EF4-FFF2-40B4-BE49-F238E27FC236}">
                <a16:creationId xmlns:a16="http://schemas.microsoft.com/office/drawing/2014/main" id="{23FEF6B6-7382-6CEB-CBEE-CA7AD859974D}"/>
              </a:ext>
            </a:extLst>
          </p:cNvPr>
          <p:cNvSpPr txBox="1">
            <a:spLocks/>
          </p:cNvSpPr>
          <p:nvPr/>
        </p:nvSpPr>
        <p:spPr bwMode="gray">
          <a:xfrm>
            <a:off x="380999" y="181938"/>
            <a:ext cx="8899693"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b="1" dirty="0">
                <a:gradFill>
                  <a:gsLst>
                    <a:gs pos="0">
                      <a:srgbClr val="1555FD"/>
                    </a:gs>
                    <a:gs pos="100000">
                      <a:srgbClr val="5680F8"/>
                    </a:gs>
                  </a:gsLst>
                  <a:lin ang="10800000" scaled="1"/>
                </a:gradFill>
                <a:latin typeface="Arial" panose="020B0604020202020204"/>
                <a:cs typeface="Poppins"/>
              </a:rPr>
              <a:t>XXXXXXXX</a:t>
            </a:r>
            <a:endParaRPr kumimoji="0" lang="en-US" b="1" i="0" u="none" strike="noStrike" kern="1200" cap="none" spc="0" normalizeH="0" baseline="0" noProof="0" dirty="0">
              <a:ln>
                <a:noFill/>
              </a:ln>
              <a:gradFill>
                <a:gsLst>
                  <a:gs pos="0">
                    <a:srgbClr val="1555FD"/>
                  </a:gs>
                  <a:gs pos="100000">
                    <a:srgbClr val="5680F8"/>
                  </a:gs>
                </a:gsLst>
                <a:lin ang="10800000" scaled="1"/>
              </a:gradFill>
              <a:effectLst/>
              <a:uLnTx/>
              <a:uFillTx/>
              <a:latin typeface="Arial" panose="020B0604020202020204"/>
              <a:ea typeface="+mj-ea"/>
              <a:cs typeface="Poppins"/>
            </a:endParaRPr>
          </a:p>
        </p:txBody>
      </p:sp>
    </p:spTree>
    <p:extLst>
      <p:ext uri="{BB962C8B-B14F-4D97-AF65-F5344CB8AC3E}">
        <p14:creationId xmlns:p14="http://schemas.microsoft.com/office/powerpoint/2010/main" val="1282608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2">
            <a:extLst>
              <a:ext uri="{FF2B5EF4-FFF2-40B4-BE49-F238E27FC236}">
                <a16:creationId xmlns:a16="http://schemas.microsoft.com/office/drawing/2014/main" id="{98EAF2E1-19B7-D623-ACB5-5FFDC0021D79}"/>
              </a:ext>
            </a:extLst>
          </p:cNvPr>
          <p:cNvSpPr txBox="1">
            <a:spLocks/>
          </p:cNvSpPr>
          <p:nvPr/>
        </p:nvSpPr>
        <p:spPr bwMode="gray">
          <a:xfrm>
            <a:off x="380999" y="181938"/>
            <a:ext cx="9526115"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r>
              <a:rPr lang="en-US" b="1" dirty="0">
                <a:gradFill>
                  <a:gsLst>
                    <a:gs pos="0">
                      <a:srgbClr val="1555FD"/>
                    </a:gs>
                    <a:gs pos="100000">
                      <a:srgbClr val="5680F8"/>
                    </a:gs>
                  </a:gsLst>
                  <a:lin ang="10800000" scaled="1"/>
                </a:gradFill>
                <a:latin typeface="+mn-lt"/>
                <a:ea typeface="+mn-ea"/>
                <a:cs typeface="Poppins"/>
                <a:rtl val="0"/>
              </a:rPr>
              <a:t>XXXX</a:t>
            </a:r>
          </a:p>
        </p:txBody>
      </p:sp>
      <p:grpSp>
        <p:nvGrpSpPr>
          <p:cNvPr id="31" name="Group 30">
            <a:extLst>
              <a:ext uri="{FF2B5EF4-FFF2-40B4-BE49-F238E27FC236}">
                <a16:creationId xmlns:a16="http://schemas.microsoft.com/office/drawing/2014/main" id="{0DB34E24-ED87-8A71-4E45-B65117191088}"/>
              </a:ext>
            </a:extLst>
          </p:cNvPr>
          <p:cNvGrpSpPr/>
          <p:nvPr/>
        </p:nvGrpSpPr>
        <p:grpSpPr>
          <a:xfrm>
            <a:off x="798999" y="102716"/>
            <a:ext cx="10591618" cy="4453138"/>
            <a:chOff x="798999" y="205586"/>
            <a:chExt cx="10591618" cy="4453138"/>
          </a:xfrm>
        </p:grpSpPr>
        <p:sp>
          <p:nvSpPr>
            <p:cNvPr id="17" name="Block Arc 70">
              <a:extLst>
                <a:ext uri="{FF2B5EF4-FFF2-40B4-BE49-F238E27FC236}">
                  <a16:creationId xmlns:a16="http://schemas.microsoft.com/office/drawing/2014/main" id="{DA332021-D0B6-49F3-3329-E0C826C87B14}"/>
                </a:ext>
              </a:extLst>
            </p:cNvPr>
            <p:cNvSpPr/>
            <p:nvPr/>
          </p:nvSpPr>
          <p:spPr>
            <a:xfrm rot="10800000">
              <a:off x="1249486" y="205586"/>
              <a:ext cx="9526114" cy="2626765"/>
            </a:xfrm>
            <a:prstGeom prst="blockArc">
              <a:avLst>
                <a:gd name="adj1" fmla="val 11352608"/>
                <a:gd name="adj2" fmla="val 20994561"/>
                <a:gd name="adj3" fmla="val 0"/>
              </a:avLst>
            </a:prstGeom>
            <a:solidFill>
              <a:srgbClr val="1E3244"/>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grpSp>
          <p:nvGrpSpPr>
            <p:cNvPr id="42" name="Group 41">
              <a:extLst>
                <a:ext uri="{FF2B5EF4-FFF2-40B4-BE49-F238E27FC236}">
                  <a16:creationId xmlns:a16="http://schemas.microsoft.com/office/drawing/2014/main" id="{2E5A9AD1-E768-0E97-4870-1A983757CCF1}"/>
                </a:ext>
              </a:extLst>
            </p:cNvPr>
            <p:cNvGrpSpPr/>
            <p:nvPr/>
          </p:nvGrpSpPr>
          <p:grpSpPr>
            <a:xfrm>
              <a:off x="8973641" y="2188466"/>
              <a:ext cx="2416976" cy="1954759"/>
              <a:chOff x="9190111" y="2093872"/>
              <a:chExt cx="2416976" cy="1954759"/>
            </a:xfrm>
          </p:grpSpPr>
          <p:sp>
            <p:nvSpPr>
              <p:cNvPr id="35" name="TextBox 34">
                <a:extLst>
                  <a:ext uri="{FF2B5EF4-FFF2-40B4-BE49-F238E27FC236}">
                    <a16:creationId xmlns:a16="http://schemas.microsoft.com/office/drawing/2014/main" id="{A9DC4999-D405-AD1F-794C-B19946783DC1}"/>
                  </a:ext>
                </a:extLst>
              </p:cNvPr>
              <p:cNvSpPr txBox="1"/>
              <p:nvPr/>
            </p:nvSpPr>
            <p:spPr>
              <a:xfrm>
                <a:off x="9578903" y="3155189"/>
                <a:ext cx="1620957" cy="461665"/>
              </a:xfrm>
              <a:prstGeom prst="rect">
                <a:avLst/>
              </a:prstGeom>
              <a:noFill/>
            </p:spPr>
            <p:txBody>
              <a:bodyPr wrap="none" rtlCol="0">
                <a:spAutoFit/>
              </a:bodyPr>
              <a:lstStyle/>
              <a:p>
                <a:r>
                  <a:rPr lang="en-US" sz="2400" b="1" dirty="0"/>
                  <a:t>XXXXXXX</a:t>
                </a:r>
              </a:p>
            </p:txBody>
          </p:sp>
          <p:sp>
            <p:nvSpPr>
              <p:cNvPr id="38" name="TextBox 37">
                <a:extLst>
                  <a:ext uri="{FF2B5EF4-FFF2-40B4-BE49-F238E27FC236}">
                    <a16:creationId xmlns:a16="http://schemas.microsoft.com/office/drawing/2014/main" id="{5B8DD78C-97E2-8E8E-9376-1B10DDBD708F}"/>
                  </a:ext>
                </a:extLst>
              </p:cNvPr>
              <p:cNvSpPr txBox="1"/>
              <p:nvPr/>
            </p:nvSpPr>
            <p:spPr>
              <a:xfrm>
                <a:off x="9190111" y="3771632"/>
                <a:ext cx="2416976" cy="276999"/>
              </a:xfrm>
              <a:prstGeom prst="rect">
                <a:avLst/>
              </a:prstGeom>
              <a:noFill/>
            </p:spPr>
            <p:txBody>
              <a:bodyPr wrap="square" rtlCol="0">
                <a:spAutoFit/>
              </a:bodyPr>
              <a:lstStyle/>
              <a:p>
                <a:pPr marL="285750" indent="-285750">
                  <a:buFont typeface="Arial" panose="020B0604020202020204" pitchFamily="34" charset="0"/>
                  <a:buChar char="•"/>
                </a:pPr>
                <a:r>
                  <a:rPr lang="en-US" sz="1200" dirty="0"/>
                  <a:t>X</a:t>
                </a:r>
                <a:endParaRPr lang="en-US" sz="1200" b="1" baseline="30000" dirty="0"/>
              </a:p>
            </p:txBody>
          </p:sp>
          <p:sp>
            <p:nvSpPr>
              <p:cNvPr id="19" name="Freeform 68">
                <a:extLst>
                  <a:ext uri="{FF2B5EF4-FFF2-40B4-BE49-F238E27FC236}">
                    <a16:creationId xmlns:a16="http://schemas.microsoft.com/office/drawing/2014/main" id="{D5C226F0-FA25-B4D2-230F-02208EF806E3}"/>
                  </a:ext>
                </a:extLst>
              </p:cNvPr>
              <p:cNvSpPr/>
              <p:nvPr/>
            </p:nvSpPr>
            <p:spPr>
              <a:xfrm rot="8879831">
                <a:off x="10041806" y="2093872"/>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grpSp>
            <p:nvGrpSpPr>
              <p:cNvPr id="15" name="ee4p_icon_group">
                <a:extLst>
                  <a:ext uri="{FF2B5EF4-FFF2-40B4-BE49-F238E27FC236}">
                    <a16:creationId xmlns:a16="http://schemas.microsoft.com/office/drawing/2014/main" id="{6CF519CD-8841-6572-0E73-40E8E2B1918D}"/>
                  </a:ext>
                </a:extLst>
              </p:cNvPr>
              <p:cNvGrpSpPr>
                <a:grpSpLocks noChangeAspect="1"/>
              </p:cNvGrpSpPr>
              <p:nvPr/>
            </p:nvGrpSpPr>
            <p:grpSpPr>
              <a:xfrm>
                <a:off x="9945368" y="2589268"/>
                <a:ext cx="618787" cy="378424"/>
                <a:chOff x="4031981" y="2866029"/>
                <a:chExt cx="1880865" cy="1150257"/>
              </a:xfrm>
              <a:solidFill>
                <a:schemeClr val="bg1"/>
              </a:solidFill>
            </p:grpSpPr>
            <p:grpSp>
              <p:nvGrpSpPr>
                <p:cNvPr id="16" name="ee4p_icon_frame">
                  <a:extLst>
                    <a:ext uri="{FF2B5EF4-FFF2-40B4-BE49-F238E27FC236}">
                      <a16:creationId xmlns:a16="http://schemas.microsoft.com/office/drawing/2014/main" id="{F8A06B24-819A-4976-1B34-FBCE243D01E6}"/>
                    </a:ext>
                  </a:extLst>
                </p:cNvPr>
                <p:cNvGrpSpPr>
                  <a:grpSpLocks noChangeAspect="1"/>
                </p:cNvGrpSpPr>
                <p:nvPr/>
              </p:nvGrpSpPr>
              <p:grpSpPr>
                <a:xfrm>
                  <a:off x="4031981" y="2917736"/>
                  <a:ext cx="1080000" cy="1098550"/>
                  <a:chOff x="4737100" y="1701800"/>
                  <a:chExt cx="1098550" cy="1098550"/>
                </a:xfrm>
                <a:grpFill/>
              </p:grpSpPr>
              <p:cxnSp>
                <p:nvCxnSpPr>
                  <p:cNvPr id="21" name="ee4p_icon_frame_top">
                    <a:extLst>
                      <a:ext uri="{FF2B5EF4-FFF2-40B4-BE49-F238E27FC236}">
                        <a16:creationId xmlns:a16="http://schemas.microsoft.com/office/drawing/2014/main" id="{DDC8EDFA-7D70-DBA3-CFED-ED1B9FF11782}"/>
                      </a:ext>
                    </a:extLst>
                  </p:cNvPr>
                  <p:cNvCxnSpPr/>
                  <p:nvPr/>
                </p:nvCxnSpPr>
                <p:spPr>
                  <a:xfrm>
                    <a:off x="4737100" y="1701800"/>
                    <a:ext cx="1098550" cy="0"/>
                  </a:xfrm>
                  <a:prstGeom prst="line">
                    <a:avLst/>
                  </a:prstGeom>
                  <a:grpFill/>
                  <a:ln w="0" cap="sq">
                    <a:noFill/>
                    <a:prstDash val="solid"/>
                    <a:round/>
                  </a:ln>
                </p:spPr>
                <p:style>
                  <a:lnRef idx="1">
                    <a:schemeClr val="accent1"/>
                  </a:lnRef>
                  <a:fillRef idx="0">
                    <a:schemeClr val="accent1"/>
                  </a:fillRef>
                  <a:effectRef idx="0">
                    <a:schemeClr val="accent1"/>
                  </a:effectRef>
                  <a:fontRef idx="minor">
                    <a:schemeClr val="tx1"/>
                  </a:fontRef>
                </p:style>
              </p:cxnSp>
              <p:cxnSp>
                <p:nvCxnSpPr>
                  <p:cNvPr id="22" name="ee4p_icon_frame_bottom">
                    <a:extLst>
                      <a:ext uri="{FF2B5EF4-FFF2-40B4-BE49-F238E27FC236}">
                        <a16:creationId xmlns:a16="http://schemas.microsoft.com/office/drawing/2014/main" id="{74CF0DE1-15C7-14D6-B0CC-53FB68E26A12}"/>
                      </a:ext>
                    </a:extLst>
                  </p:cNvPr>
                  <p:cNvCxnSpPr/>
                  <p:nvPr/>
                </p:nvCxnSpPr>
                <p:spPr>
                  <a:xfrm>
                    <a:off x="4737100" y="2800350"/>
                    <a:ext cx="1098550" cy="0"/>
                  </a:xfrm>
                  <a:prstGeom prst="line">
                    <a:avLst/>
                  </a:prstGeom>
                  <a:grpFill/>
                  <a:ln w="0" cap="sq">
                    <a:noFill/>
                    <a:prstDash val="solid"/>
                    <a:round/>
                  </a:ln>
                </p:spPr>
                <p:style>
                  <a:lnRef idx="1">
                    <a:schemeClr val="accent1"/>
                  </a:lnRef>
                  <a:fillRef idx="0">
                    <a:schemeClr val="accent1"/>
                  </a:fillRef>
                  <a:effectRef idx="0">
                    <a:schemeClr val="accent1"/>
                  </a:effectRef>
                  <a:fontRef idx="minor">
                    <a:schemeClr val="tx1"/>
                  </a:fontRef>
                </p:style>
              </p:cxnSp>
              <p:cxnSp>
                <p:nvCxnSpPr>
                  <p:cNvPr id="23" name="ee4p_icon_frame_left">
                    <a:extLst>
                      <a:ext uri="{FF2B5EF4-FFF2-40B4-BE49-F238E27FC236}">
                        <a16:creationId xmlns:a16="http://schemas.microsoft.com/office/drawing/2014/main" id="{302D0B14-9395-2597-3143-4D64226A5D34}"/>
                      </a:ext>
                    </a:extLst>
                  </p:cNvPr>
                  <p:cNvCxnSpPr>
                    <a:cxnSpLocks/>
                  </p:cNvCxnSpPr>
                  <p:nvPr/>
                </p:nvCxnSpPr>
                <p:spPr>
                  <a:xfrm rot="5400000">
                    <a:off x="4187825" y="2251075"/>
                    <a:ext cx="1098550" cy="0"/>
                  </a:xfrm>
                  <a:prstGeom prst="line">
                    <a:avLst/>
                  </a:prstGeom>
                  <a:grpFill/>
                  <a:ln w="0" cap="sq">
                    <a:noFill/>
                    <a:prstDash val="solid"/>
                    <a:round/>
                  </a:ln>
                </p:spPr>
                <p:style>
                  <a:lnRef idx="1">
                    <a:schemeClr val="accent1"/>
                  </a:lnRef>
                  <a:fillRef idx="0">
                    <a:schemeClr val="accent1"/>
                  </a:fillRef>
                  <a:effectRef idx="0">
                    <a:schemeClr val="accent1"/>
                  </a:effectRef>
                  <a:fontRef idx="minor">
                    <a:schemeClr val="tx1"/>
                  </a:fontRef>
                </p:style>
              </p:cxnSp>
              <p:cxnSp>
                <p:nvCxnSpPr>
                  <p:cNvPr id="24" name="ee4p_icon_frame_right">
                    <a:extLst>
                      <a:ext uri="{FF2B5EF4-FFF2-40B4-BE49-F238E27FC236}">
                        <a16:creationId xmlns:a16="http://schemas.microsoft.com/office/drawing/2014/main" id="{1B0CF0A7-8F85-237D-40DF-124E6F67441A}"/>
                      </a:ext>
                    </a:extLst>
                  </p:cNvPr>
                  <p:cNvCxnSpPr>
                    <a:cxnSpLocks/>
                  </p:cNvCxnSpPr>
                  <p:nvPr/>
                </p:nvCxnSpPr>
                <p:spPr>
                  <a:xfrm rot="5400000">
                    <a:off x="5286375" y="2251075"/>
                    <a:ext cx="1098550" cy="0"/>
                  </a:xfrm>
                  <a:prstGeom prst="line">
                    <a:avLst/>
                  </a:prstGeom>
                  <a:grpFill/>
                  <a:ln w="0" cap="sq">
                    <a:noFill/>
                    <a:prstDash val="solid"/>
                    <a:round/>
                  </a:ln>
                </p:spPr>
                <p:style>
                  <a:lnRef idx="1">
                    <a:schemeClr val="accent1"/>
                  </a:lnRef>
                  <a:fillRef idx="0">
                    <a:schemeClr val="accent1"/>
                  </a:fillRef>
                  <a:effectRef idx="0">
                    <a:schemeClr val="accent1"/>
                  </a:effectRef>
                  <a:fontRef idx="minor">
                    <a:schemeClr val="tx1"/>
                  </a:fontRef>
                </p:style>
              </p:cxnSp>
            </p:grpSp>
            <p:sp>
              <p:nvSpPr>
                <p:cNvPr id="18" name="ee4p_icon">
                  <a:extLst>
                    <a:ext uri="{FF2B5EF4-FFF2-40B4-BE49-F238E27FC236}">
                      <a16:creationId xmlns:a16="http://schemas.microsoft.com/office/drawing/2014/main" id="{BDF9B228-0BE8-1348-BAFD-445CFA8F9088}"/>
                    </a:ext>
                  </a:extLst>
                </p:cNvPr>
                <p:cNvSpPr>
                  <a:spLocks noChangeAspect="1"/>
                </p:cNvSpPr>
                <p:nvPr/>
              </p:nvSpPr>
              <p:spPr>
                <a:xfrm>
                  <a:off x="4896884" y="2866029"/>
                  <a:ext cx="1015962" cy="482664"/>
                </a:xfrm>
                <a:custGeom>
                  <a:avLst/>
                  <a:gdLst>
                    <a:gd name="connsiteX0" fmla="*/ 1012918 w 1015963"/>
                    <a:gd name="connsiteY0" fmla="*/ 234999 h 482664"/>
                    <a:gd name="connsiteX1" fmla="*/ 1013057 w 1015963"/>
                    <a:gd name="connsiteY1" fmla="*/ 249365 h 482664"/>
                    <a:gd name="connsiteX2" fmla="*/ 1011529 w 1015963"/>
                    <a:gd name="connsiteY2" fmla="*/ 250645 h 482664"/>
                    <a:gd name="connsiteX3" fmla="*/ 908846 w 1015963"/>
                    <a:gd name="connsiteY3" fmla="*/ 321054 h 482664"/>
                    <a:gd name="connsiteX4" fmla="*/ 897568 w 1015963"/>
                    <a:gd name="connsiteY4" fmla="*/ 321054 h 482664"/>
                    <a:gd name="connsiteX5" fmla="*/ 841383 w 1015963"/>
                    <a:gd name="connsiteY5" fmla="*/ 284681 h 482664"/>
                    <a:gd name="connsiteX6" fmla="*/ 776732 w 1015963"/>
                    <a:gd name="connsiteY6" fmla="*/ 284681 h 482664"/>
                    <a:gd name="connsiteX7" fmla="*/ 756209 w 1015963"/>
                    <a:gd name="connsiteY7" fmla="*/ 318006 h 482664"/>
                    <a:gd name="connsiteX8" fmla="*/ 747573 w 1015963"/>
                    <a:gd name="connsiteY8" fmla="*/ 322849 h 482664"/>
                    <a:gd name="connsiteX9" fmla="*/ 691828 w 1015963"/>
                    <a:gd name="connsiteY9" fmla="*/ 322849 h 482664"/>
                    <a:gd name="connsiteX10" fmla="*/ 685935 w 1015963"/>
                    <a:gd name="connsiteY10" fmla="*/ 320952 h 482664"/>
                    <a:gd name="connsiteX11" fmla="*/ 630665 w 1015963"/>
                    <a:gd name="connsiteY11" fmla="*/ 281769 h 482664"/>
                    <a:gd name="connsiteX12" fmla="*/ 597950 w 1015963"/>
                    <a:gd name="connsiteY12" fmla="*/ 281769 h 482664"/>
                    <a:gd name="connsiteX13" fmla="*/ 577393 w 1015963"/>
                    <a:gd name="connsiteY13" fmla="*/ 317701 h 482664"/>
                    <a:gd name="connsiteX14" fmla="*/ 568587 w 1015963"/>
                    <a:gd name="connsiteY14" fmla="*/ 322849 h 482664"/>
                    <a:gd name="connsiteX15" fmla="*/ 468410 w 1015963"/>
                    <a:gd name="connsiteY15" fmla="*/ 322849 h 482664"/>
                    <a:gd name="connsiteX16" fmla="*/ 159815 w 1015963"/>
                    <a:gd name="connsiteY16" fmla="*/ 468411 h 482664"/>
                    <a:gd name="connsiteX17" fmla="*/ 14254 w 1015963"/>
                    <a:gd name="connsiteY17" fmla="*/ 159815 h 482664"/>
                    <a:gd name="connsiteX18" fmla="*/ 322849 w 1015963"/>
                    <a:gd name="connsiteY18" fmla="*/ 14254 h 482664"/>
                    <a:gd name="connsiteX19" fmla="*/ 468410 w 1015963"/>
                    <a:gd name="connsiteY19" fmla="*/ 159815 h 482664"/>
                    <a:gd name="connsiteX20" fmla="*/ 657013 w 1015963"/>
                    <a:gd name="connsiteY20" fmla="*/ 159815 h 482664"/>
                    <a:gd name="connsiteX21" fmla="*/ 657013 w 1015963"/>
                    <a:gd name="connsiteY21" fmla="*/ 180135 h 482664"/>
                    <a:gd name="connsiteX22" fmla="*/ 461128 w 1015963"/>
                    <a:gd name="connsiteY22" fmla="*/ 180135 h 482664"/>
                    <a:gd name="connsiteX23" fmla="*/ 451476 w 1015963"/>
                    <a:gd name="connsiteY23" fmla="*/ 173124 h 482664"/>
                    <a:gd name="connsiteX24" fmla="*/ 173114 w 1015963"/>
                    <a:gd name="connsiteY24" fmla="*/ 31177 h 482664"/>
                    <a:gd name="connsiteX25" fmla="*/ 31167 w 1015963"/>
                    <a:gd name="connsiteY25" fmla="*/ 309539 h 482664"/>
                    <a:gd name="connsiteX26" fmla="*/ 309529 w 1015963"/>
                    <a:gd name="connsiteY26" fmla="*/ 451485 h 482664"/>
                    <a:gd name="connsiteX27" fmla="*/ 451476 w 1015963"/>
                    <a:gd name="connsiteY27" fmla="*/ 309539 h 482664"/>
                    <a:gd name="connsiteX28" fmla="*/ 461128 w 1015963"/>
                    <a:gd name="connsiteY28" fmla="*/ 302529 h 482664"/>
                    <a:gd name="connsiteX29" fmla="*/ 562728 w 1015963"/>
                    <a:gd name="connsiteY29" fmla="*/ 302529 h 482664"/>
                    <a:gd name="connsiteX30" fmla="*/ 583285 w 1015963"/>
                    <a:gd name="connsiteY30" fmla="*/ 266562 h 482664"/>
                    <a:gd name="connsiteX31" fmla="*/ 592091 w 1015963"/>
                    <a:gd name="connsiteY31" fmla="*/ 261449 h 482664"/>
                    <a:gd name="connsiteX32" fmla="*/ 633950 w 1015963"/>
                    <a:gd name="connsiteY32" fmla="*/ 261449 h 482664"/>
                    <a:gd name="connsiteX33" fmla="*/ 639809 w 1015963"/>
                    <a:gd name="connsiteY33" fmla="*/ 263311 h 482664"/>
                    <a:gd name="connsiteX34" fmla="*/ 695079 w 1015963"/>
                    <a:gd name="connsiteY34" fmla="*/ 302529 h 482664"/>
                    <a:gd name="connsiteX35" fmla="*/ 741917 w 1015963"/>
                    <a:gd name="connsiteY35" fmla="*/ 302529 h 482664"/>
                    <a:gd name="connsiteX36" fmla="*/ 762440 w 1015963"/>
                    <a:gd name="connsiteY36" fmla="*/ 269204 h 482664"/>
                    <a:gd name="connsiteX37" fmla="*/ 771076 w 1015963"/>
                    <a:gd name="connsiteY37" fmla="*/ 264361 h 482664"/>
                    <a:gd name="connsiteX38" fmla="*/ 844431 w 1015963"/>
                    <a:gd name="connsiteY38" fmla="*/ 264361 h 482664"/>
                    <a:gd name="connsiteX39" fmla="*/ 849985 w 1015963"/>
                    <a:gd name="connsiteY39" fmla="*/ 266021 h 482664"/>
                    <a:gd name="connsiteX40" fmla="*/ 902987 w 1015963"/>
                    <a:gd name="connsiteY40" fmla="*/ 300463 h 482664"/>
                    <a:gd name="connsiteX41" fmla="*/ 989922 w 1015963"/>
                    <a:gd name="connsiteY41" fmla="*/ 240824 h 482664"/>
                    <a:gd name="connsiteX42" fmla="*/ 928285 w 1015963"/>
                    <a:gd name="connsiteY42" fmla="*/ 180135 h 482664"/>
                    <a:gd name="connsiteX43" fmla="*/ 714180 w 1015963"/>
                    <a:gd name="connsiteY43" fmla="*/ 180135 h 482664"/>
                    <a:gd name="connsiteX44" fmla="*/ 714180 w 1015963"/>
                    <a:gd name="connsiteY44" fmla="*/ 159815 h 482664"/>
                    <a:gd name="connsiteX45" fmla="*/ 932451 w 1015963"/>
                    <a:gd name="connsiteY45" fmla="*/ 159815 h 482664"/>
                    <a:gd name="connsiteX46" fmla="*/ 939563 w 1015963"/>
                    <a:gd name="connsiteY46" fmla="*/ 162761 h 482664"/>
                    <a:gd name="connsiteX47" fmla="*/ 462618 w 1015963"/>
                    <a:gd name="connsiteY47" fmla="*/ 226837 h 482664"/>
                    <a:gd name="connsiteX48" fmla="*/ 892251 w 1015963"/>
                    <a:gd name="connsiteY48" fmla="*/ 226837 h 482664"/>
                    <a:gd name="connsiteX49" fmla="*/ 892251 w 1015963"/>
                    <a:gd name="connsiteY49" fmla="*/ 206517 h 482664"/>
                    <a:gd name="connsiteX50" fmla="*/ 462618 w 1015963"/>
                    <a:gd name="connsiteY50" fmla="*/ 206517 h 482664"/>
                    <a:gd name="connsiteX51" fmla="*/ 126221 w 1015963"/>
                    <a:gd name="connsiteY51" fmla="*/ 183758 h 482664"/>
                    <a:gd name="connsiteX52" fmla="*/ 183794 w 1015963"/>
                    <a:gd name="connsiteY52" fmla="*/ 241332 h 482664"/>
                    <a:gd name="connsiteX53" fmla="*/ 126221 w 1015963"/>
                    <a:gd name="connsiteY53" fmla="*/ 298905 h 482664"/>
                    <a:gd name="connsiteX54" fmla="*/ 68648 w 1015963"/>
                    <a:gd name="connsiteY54" fmla="*/ 241332 h 482664"/>
                    <a:gd name="connsiteX55" fmla="*/ 126221 w 1015963"/>
                    <a:gd name="connsiteY55" fmla="*/ 183758 h 482664"/>
                    <a:gd name="connsiteX56" fmla="*/ 126221 w 1015963"/>
                    <a:gd name="connsiteY56" fmla="*/ 204078 h 482664"/>
                    <a:gd name="connsiteX57" fmla="*/ 88968 w 1015963"/>
                    <a:gd name="connsiteY57" fmla="*/ 241332 h 482664"/>
                    <a:gd name="connsiteX58" fmla="*/ 126221 w 1015963"/>
                    <a:gd name="connsiteY58" fmla="*/ 278585 h 482664"/>
                    <a:gd name="connsiteX59" fmla="*/ 163474 w 1015963"/>
                    <a:gd name="connsiteY59" fmla="*/ 241332 h 482664"/>
                    <a:gd name="connsiteX60" fmla="*/ 126221 w 1015963"/>
                    <a:gd name="connsiteY60" fmla="*/ 204078 h 482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015963" h="482664">
                      <a:moveTo>
                        <a:pt x="1012918" y="234999"/>
                      </a:moveTo>
                      <a:cubicBezTo>
                        <a:pt x="1016924" y="238927"/>
                        <a:pt x="1016985" y="245362"/>
                        <a:pt x="1013057" y="249365"/>
                      </a:cubicBezTo>
                      <a:cubicBezTo>
                        <a:pt x="1012589" y="249843"/>
                        <a:pt x="1012078" y="250269"/>
                        <a:pt x="1011529" y="250645"/>
                      </a:cubicBezTo>
                      <a:lnTo>
                        <a:pt x="908846" y="321054"/>
                      </a:lnTo>
                      <a:cubicBezTo>
                        <a:pt x="905432" y="323333"/>
                        <a:pt x="900982" y="323333"/>
                        <a:pt x="897568" y="321054"/>
                      </a:cubicBezTo>
                      <a:lnTo>
                        <a:pt x="841383" y="284681"/>
                      </a:lnTo>
                      <a:lnTo>
                        <a:pt x="776732" y="284681"/>
                      </a:lnTo>
                      <a:lnTo>
                        <a:pt x="756209" y="318006"/>
                      </a:lnTo>
                      <a:cubicBezTo>
                        <a:pt x="754363" y="321010"/>
                        <a:pt x="751095" y="322842"/>
                        <a:pt x="747573" y="322849"/>
                      </a:cubicBezTo>
                      <a:lnTo>
                        <a:pt x="691828" y="322849"/>
                      </a:lnTo>
                      <a:cubicBezTo>
                        <a:pt x="689715" y="322845"/>
                        <a:pt x="687656" y="322182"/>
                        <a:pt x="685935" y="320952"/>
                      </a:cubicBezTo>
                      <a:lnTo>
                        <a:pt x="630665" y="281769"/>
                      </a:lnTo>
                      <a:lnTo>
                        <a:pt x="597950" y="281769"/>
                      </a:lnTo>
                      <a:lnTo>
                        <a:pt x="577393" y="317701"/>
                      </a:lnTo>
                      <a:cubicBezTo>
                        <a:pt x="575594" y="320874"/>
                        <a:pt x="572235" y="322839"/>
                        <a:pt x="568587" y="322849"/>
                      </a:cubicBezTo>
                      <a:lnTo>
                        <a:pt x="468410" y="322849"/>
                      </a:lnTo>
                      <a:cubicBezTo>
                        <a:pt x="423391" y="448261"/>
                        <a:pt x="285227" y="513430"/>
                        <a:pt x="159815" y="468411"/>
                      </a:cubicBezTo>
                      <a:cubicBezTo>
                        <a:pt x="34403" y="423389"/>
                        <a:pt x="-30767" y="285226"/>
                        <a:pt x="14254" y="159815"/>
                      </a:cubicBezTo>
                      <a:cubicBezTo>
                        <a:pt x="59275" y="34403"/>
                        <a:pt x="197437" y="-30767"/>
                        <a:pt x="322849" y="14254"/>
                      </a:cubicBezTo>
                      <a:cubicBezTo>
                        <a:pt x="390672" y="38602"/>
                        <a:pt x="444063" y="91990"/>
                        <a:pt x="468410" y="159815"/>
                      </a:cubicBezTo>
                      <a:lnTo>
                        <a:pt x="657013" y="159815"/>
                      </a:lnTo>
                      <a:lnTo>
                        <a:pt x="657013" y="180135"/>
                      </a:lnTo>
                      <a:lnTo>
                        <a:pt x="461128" y="180135"/>
                      </a:lnTo>
                      <a:cubicBezTo>
                        <a:pt x="456732" y="180131"/>
                        <a:pt x="452838" y="177303"/>
                        <a:pt x="451476" y="173124"/>
                      </a:cubicBezTo>
                      <a:cubicBezTo>
                        <a:pt x="413806" y="57059"/>
                        <a:pt x="289179" y="-6493"/>
                        <a:pt x="173114" y="31177"/>
                      </a:cubicBezTo>
                      <a:cubicBezTo>
                        <a:pt x="57049" y="68847"/>
                        <a:pt x="-6503" y="193475"/>
                        <a:pt x="31167" y="309539"/>
                      </a:cubicBezTo>
                      <a:cubicBezTo>
                        <a:pt x="68837" y="425604"/>
                        <a:pt x="193464" y="489158"/>
                        <a:pt x="309529" y="451485"/>
                      </a:cubicBezTo>
                      <a:cubicBezTo>
                        <a:pt x="376848" y="429637"/>
                        <a:pt x="429626" y="376859"/>
                        <a:pt x="451476" y="309539"/>
                      </a:cubicBezTo>
                      <a:cubicBezTo>
                        <a:pt x="452838" y="305360"/>
                        <a:pt x="456732" y="302532"/>
                        <a:pt x="461128" y="302529"/>
                      </a:cubicBezTo>
                      <a:lnTo>
                        <a:pt x="562728" y="302529"/>
                      </a:lnTo>
                      <a:lnTo>
                        <a:pt x="583285" y="266562"/>
                      </a:lnTo>
                      <a:cubicBezTo>
                        <a:pt x="585094" y="263403"/>
                        <a:pt x="588450" y="261452"/>
                        <a:pt x="592091" y="261449"/>
                      </a:cubicBezTo>
                      <a:lnTo>
                        <a:pt x="633950" y="261449"/>
                      </a:lnTo>
                      <a:cubicBezTo>
                        <a:pt x="636050" y="261449"/>
                        <a:pt x="638095" y="262099"/>
                        <a:pt x="639809" y="263311"/>
                      </a:cubicBezTo>
                      <a:lnTo>
                        <a:pt x="695079" y="302529"/>
                      </a:lnTo>
                      <a:lnTo>
                        <a:pt x="741917" y="302529"/>
                      </a:lnTo>
                      <a:lnTo>
                        <a:pt x="762440" y="269204"/>
                      </a:lnTo>
                      <a:cubicBezTo>
                        <a:pt x="764286" y="266200"/>
                        <a:pt x="767554" y="264368"/>
                        <a:pt x="771076" y="264361"/>
                      </a:cubicBezTo>
                      <a:lnTo>
                        <a:pt x="844431" y="264361"/>
                      </a:lnTo>
                      <a:cubicBezTo>
                        <a:pt x="846406" y="264365"/>
                        <a:pt x="848336" y="264940"/>
                        <a:pt x="849985" y="266021"/>
                      </a:cubicBezTo>
                      <a:lnTo>
                        <a:pt x="902987" y="300463"/>
                      </a:lnTo>
                      <a:lnTo>
                        <a:pt x="989922" y="240824"/>
                      </a:lnTo>
                      <a:lnTo>
                        <a:pt x="928285" y="180135"/>
                      </a:lnTo>
                      <a:lnTo>
                        <a:pt x="714180" y="180135"/>
                      </a:lnTo>
                      <a:lnTo>
                        <a:pt x="714180" y="159815"/>
                      </a:lnTo>
                      <a:lnTo>
                        <a:pt x="932451" y="159815"/>
                      </a:lnTo>
                      <a:cubicBezTo>
                        <a:pt x="935116" y="159825"/>
                        <a:pt x="937670" y="160885"/>
                        <a:pt x="939563" y="162761"/>
                      </a:cubicBezTo>
                      <a:close/>
                      <a:moveTo>
                        <a:pt x="462618" y="226837"/>
                      </a:moveTo>
                      <a:lnTo>
                        <a:pt x="892251" y="226837"/>
                      </a:lnTo>
                      <a:lnTo>
                        <a:pt x="892251" y="206517"/>
                      </a:lnTo>
                      <a:lnTo>
                        <a:pt x="462618" y="206517"/>
                      </a:lnTo>
                      <a:close/>
                      <a:moveTo>
                        <a:pt x="126221" y="183758"/>
                      </a:moveTo>
                      <a:cubicBezTo>
                        <a:pt x="158018" y="183758"/>
                        <a:pt x="183794" y="209534"/>
                        <a:pt x="183794" y="241332"/>
                      </a:cubicBezTo>
                      <a:cubicBezTo>
                        <a:pt x="183794" y="273129"/>
                        <a:pt x="158018" y="298905"/>
                        <a:pt x="126221" y="298905"/>
                      </a:cubicBezTo>
                      <a:cubicBezTo>
                        <a:pt x="94424" y="298905"/>
                        <a:pt x="68648" y="273129"/>
                        <a:pt x="68648" y="241332"/>
                      </a:cubicBezTo>
                      <a:cubicBezTo>
                        <a:pt x="68648" y="209534"/>
                        <a:pt x="94424" y="183758"/>
                        <a:pt x="126221" y="183758"/>
                      </a:cubicBezTo>
                      <a:close/>
                      <a:moveTo>
                        <a:pt x="126221" y="204078"/>
                      </a:moveTo>
                      <a:cubicBezTo>
                        <a:pt x="105647" y="204078"/>
                        <a:pt x="88968" y="220758"/>
                        <a:pt x="88968" y="241332"/>
                      </a:cubicBezTo>
                      <a:cubicBezTo>
                        <a:pt x="88968" y="261906"/>
                        <a:pt x="105647" y="278585"/>
                        <a:pt x="126221" y="278585"/>
                      </a:cubicBezTo>
                      <a:cubicBezTo>
                        <a:pt x="146795" y="278585"/>
                        <a:pt x="163474" y="261906"/>
                        <a:pt x="163474" y="241332"/>
                      </a:cubicBezTo>
                      <a:cubicBezTo>
                        <a:pt x="163474" y="220758"/>
                        <a:pt x="146795" y="204078"/>
                        <a:pt x="126221" y="204078"/>
                      </a:cubicBezTo>
                      <a:close/>
                    </a:path>
                  </a:pathLst>
                </a:custGeom>
                <a:grpFill/>
                <a:ln w="3365" cap="flat">
                  <a:noFill/>
                  <a:prstDash val="solid"/>
                  <a:miter/>
                </a:ln>
              </p:spPr>
              <p:txBody>
                <a:bodyPr rtlCol="0" anchor="ctr"/>
                <a:lstStyle/>
                <a:p>
                  <a:endParaRPr lang="en-US"/>
                </a:p>
              </p:txBody>
            </p:sp>
          </p:grpSp>
        </p:grpSp>
        <p:grpSp>
          <p:nvGrpSpPr>
            <p:cNvPr id="29" name="Group 28">
              <a:extLst>
                <a:ext uri="{FF2B5EF4-FFF2-40B4-BE49-F238E27FC236}">
                  <a16:creationId xmlns:a16="http://schemas.microsoft.com/office/drawing/2014/main" id="{046D1266-68B7-5C2C-0410-E0903D7C9EB9}"/>
                </a:ext>
              </a:extLst>
            </p:cNvPr>
            <p:cNvGrpSpPr/>
            <p:nvPr/>
          </p:nvGrpSpPr>
          <p:grpSpPr>
            <a:xfrm>
              <a:off x="798999" y="2264884"/>
              <a:ext cx="7866738" cy="2393840"/>
              <a:chOff x="798999" y="2264884"/>
              <a:chExt cx="7866738" cy="2393840"/>
            </a:xfrm>
          </p:grpSpPr>
          <p:grpSp>
            <p:nvGrpSpPr>
              <p:cNvPr id="40" name="Group 39">
                <a:extLst>
                  <a:ext uri="{FF2B5EF4-FFF2-40B4-BE49-F238E27FC236}">
                    <a16:creationId xmlns:a16="http://schemas.microsoft.com/office/drawing/2014/main" id="{DDC63BCD-64E3-3B28-E127-6C93A2B196FB}"/>
                  </a:ext>
                </a:extLst>
              </p:cNvPr>
              <p:cNvGrpSpPr/>
              <p:nvPr/>
            </p:nvGrpSpPr>
            <p:grpSpPr>
              <a:xfrm>
                <a:off x="6248761" y="2689848"/>
                <a:ext cx="2416976" cy="1786484"/>
                <a:chOff x="3596882" y="2640449"/>
                <a:chExt cx="2416976" cy="1786484"/>
              </a:xfrm>
            </p:grpSpPr>
            <p:sp>
              <p:nvSpPr>
                <p:cNvPr id="4" name="TextBox 3">
                  <a:extLst>
                    <a:ext uri="{FF2B5EF4-FFF2-40B4-BE49-F238E27FC236}">
                      <a16:creationId xmlns:a16="http://schemas.microsoft.com/office/drawing/2014/main" id="{A26413C5-51AD-A3FF-3598-C8855F7869C2}"/>
                    </a:ext>
                  </a:extLst>
                </p:cNvPr>
                <p:cNvSpPr txBox="1"/>
                <p:nvPr/>
              </p:nvSpPr>
              <p:spPr>
                <a:xfrm>
                  <a:off x="3907929" y="3594817"/>
                  <a:ext cx="1415772" cy="461665"/>
                </a:xfrm>
                <a:prstGeom prst="rect">
                  <a:avLst/>
                </a:prstGeom>
                <a:solidFill>
                  <a:schemeClr val="bg1"/>
                </a:solidFill>
              </p:spPr>
              <p:txBody>
                <a:bodyPr wrap="none" rtlCol="0">
                  <a:spAutoFit/>
                </a:bodyPr>
                <a:lstStyle/>
                <a:p>
                  <a:r>
                    <a:rPr lang="en-US" sz="2400" b="1" dirty="0"/>
                    <a:t>XXXXXX</a:t>
                  </a:r>
                </a:p>
              </p:txBody>
            </p:sp>
            <p:sp>
              <p:nvSpPr>
                <p:cNvPr id="14" name="TextBox 13">
                  <a:extLst>
                    <a:ext uri="{FF2B5EF4-FFF2-40B4-BE49-F238E27FC236}">
                      <a16:creationId xmlns:a16="http://schemas.microsoft.com/office/drawing/2014/main" id="{87CAF2AD-6253-B6BF-EBA3-FCA0687077A9}"/>
                    </a:ext>
                  </a:extLst>
                </p:cNvPr>
                <p:cNvSpPr txBox="1"/>
                <p:nvPr/>
              </p:nvSpPr>
              <p:spPr>
                <a:xfrm>
                  <a:off x="3596882" y="4149934"/>
                  <a:ext cx="2416976" cy="276999"/>
                </a:xfrm>
                <a:prstGeom prst="rect">
                  <a:avLst/>
                </a:prstGeom>
                <a:noFill/>
              </p:spPr>
              <p:txBody>
                <a:bodyPr wrap="square" rtlCol="0">
                  <a:spAutoFit/>
                </a:bodyPr>
                <a:lstStyle/>
                <a:p>
                  <a:pPr marL="285750" indent="-285750">
                    <a:buFont typeface="Arial" panose="020B0604020202020204" pitchFamily="34" charset="0"/>
                    <a:buChar char="•"/>
                  </a:pPr>
                  <a:r>
                    <a:rPr lang="en-US" sz="1200" b="1" dirty="0"/>
                    <a:t>X</a:t>
                  </a:r>
                  <a:endParaRPr lang="en-US" sz="1200" b="1" baseline="30000" dirty="0"/>
                </a:p>
              </p:txBody>
            </p:sp>
            <p:sp>
              <p:nvSpPr>
                <p:cNvPr id="33" name="Freeform 64">
                  <a:extLst>
                    <a:ext uri="{FF2B5EF4-FFF2-40B4-BE49-F238E27FC236}">
                      <a16:creationId xmlns:a16="http://schemas.microsoft.com/office/drawing/2014/main" id="{87367708-314F-C8F3-E458-01D6E81A528A}"/>
                    </a:ext>
                  </a:extLst>
                </p:cNvPr>
                <p:cNvSpPr/>
                <p:nvPr/>
              </p:nvSpPr>
              <p:spPr>
                <a:xfrm rot="20046014" flipV="1">
                  <a:off x="4260505" y="2640449"/>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grpSp>
              <p:nvGrpSpPr>
                <p:cNvPr id="3" name="ee4p_icon_group">
                  <a:extLst>
                    <a:ext uri="{FF2B5EF4-FFF2-40B4-BE49-F238E27FC236}">
                      <a16:creationId xmlns:a16="http://schemas.microsoft.com/office/drawing/2014/main" id="{106C1B62-DEB6-24FE-4405-742A536E1F91}"/>
                    </a:ext>
                  </a:extLst>
                </p:cNvPr>
                <p:cNvGrpSpPr>
                  <a:grpSpLocks noChangeAspect="1"/>
                </p:cNvGrpSpPr>
                <p:nvPr/>
              </p:nvGrpSpPr>
              <p:grpSpPr>
                <a:xfrm>
                  <a:off x="4334682" y="3079990"/>
                  <a:ext cx="421041" cy="406642"/>
                  <a:chOff x="4031982" y="2884821"/>
                  <a:chExt cx="1171532" cy="1131464"/>
                </a:xfrm>
              </p:grpSpPr>
              <p:grpSp>
                <p:nvGrpSpPr>
                  <p:cNvPr id="5" name="ee4p_icon_frame">
                    <a:extLst>
                      <a:ext uri="{FF2B5EF4-FFF2-40B4-BE49-F238E27FC236}">
                        <a16:creationId xmlns:a16="http://schemas.microsoft.com/office/drawing/2014/main" id="{D39B3B4A-E037-F4CE-FA73-A5BF96A0EF40}"/>
                      </a:ext>
                    </a:extLst>
                  </p:cNvPr>
                  <p:cNvGrpSpPr>
                    <a:grpSpLocks noChangeAspect="1"/>
                  </p:cNvGrpSpPr>
                  <p:nvPr/>
                </p:nvGrpSpPr>
                <p:grpSpPr>
                  <a:xfrm>
                    <a:off x="4031982" y="2917735"/>
                    <a:ext cx="1080000" cy="1098550"/>
                    <a:chOff x="4737100" y="1701800"/>
                    <a:chExt cx="1098550" cy="1098550"/>
                  </a:xfrm>
                  <a:solidFill>
                    <a:schemeClr val="accent3"/>
                  </a:solidFill>
                </p:grpSpPr>
                <p:cxnSp>
                  <p:nvCxnSpPr>
                    <p:cNvPr id="7" name="ee4p_icon_frame_top">
                      <a:extLst>
                        <a:ext uri="{FF2B5EF4-FFF2-40B4-BE49-F238E27FC236}">
                          <a16:creationId xmlns:a16="http://schemas.microsoft.com/office/drawing/2014/main" id="{3B499AAB-9270-E4F4-081E-C67AF87678A2}"/>
                        </a:ext>
                      </a:extLst>
                    </p:cNvPr>
                    <p:cNvCxnSpPr/>
                    <p:nvPr/>
                  </p:nvCxnSpPr>
                  <p:spPr>
                    <a:xfrm>
                      <a:off x="4737100" y="1701800"/>
                      <a:ext cx="1098550" cy="0"/>
                    </a:xfrm>
                    <a:prstGeom prst="line">
                      <a:avLst/>
                    </a:prstGeom>
                    <a:grpFill/>
                    <a:ln w="3175" cap="sq">
                      <a:noFill/>
                      <a:prstDash val="solid"/>
                      <a:round/>
                    </a:ln>
                  </p:spPr>
                  <p:style>
                    <a:lnRef idx="1">
                      <a:schemeClr val="accent1"/>
                    </a:lnRef>
                    <a:fillRef idx="0">
                      <a:schemeClr val="accent1"/>
                    </a:fillRef>
                    <a:effectRef idx="0">
                      <a:schemeClr val="accent1"/>
                    </a:effectRef>
                    <a:fontRef idx="minor">
                      <a:schemeClr val="tx1"/>
                    </a:fontRef>
                  </p:style>
                </p:cxnSp>
                <p:cxnSp>
                  <p:nvCxnSpPr>
                    <p:cNvPr id="10" name="ee4p_icon_frame_bottom">
                      <a:extLst>
                        <a:ext uri="{FF2B5EF4-FFF2-40B4-BE49-F238E27FC236}">
                          <a16:creationId xmlns:a16="http://schemas.microsoft.com/office/drawing/2014/main" id="{F5618A05-392E-CEF5-3AA3-12C3BAA36086}"/>
                        </a:ext>
                      </a:extLst>
                    </p:cNvPr>
                    <p:cNvCxnSpPr/>
                    <p:nvPr/>
                  </p:nvCxnSpPr>
                  <p:spPr>
                    <a:xfrm>
                      <a:off x="4737100" y="2800350"/>
                      <a:ext cx="1098550" cy="0"/>
                    </a:xfrm>
                    <a:prstGeom prst="line">
                      <a:avLst/>
                    </a:prstGeom>
                    <a:grpFill/>
                    <a:ln w="3175" cap="sq">
                      <a:noFill/>
                      <a:prstDash val="solid"/>
                      <a:round/>
                    </a:ln>
                  </p:spPr>
                  <p:style>
                    <a:lnRef idx="1">
                      <a:schemeClr val="accent1"/>
                    </a:lnRef>
                    <a:fillRef idx="0">
                      <a:schemeClr val="accent1"/>
                    </a:fillRef>
                    <a:effectRef idx="0">
                      <a:schemeClr val="accent1"/>
                    </a:effectRef>
                    <a:fontRef idx="minor">
                      <a:schemeClr val="tx1"/>
                    </a:fontRef>
                  </p:style>
                </p:cxnSp>
                <p:cxnSp>
                  <p:nvCxnSpPr>
                    <p:cNvPr id="11" name="ee4p_icon_frame_left">
                      <a:extLst>
                        <a:ext uri="{FF2B5EF4-FFF2-40B4-BE49-F238E27FC236}">
                          <a16:creationId xmlns:a16="http://schemas.microsoft.com/office/drawing/2014/main" id="{6EDE6A3A-A333-2EFD-5D14-D372A084BC3A}"/>
                        </a:ext>
                      </a:extLst>
                    </p:cNvPr>
                    <p:cNvCxnSpPr>
                      <a:cxnSpLocks/>
                    </p:cNvCxnSpPr>
                    <p:nvPr/>
                  </p:nvCxnSpPr>
                  <p:spPr>
                    <a:xfrm rot="5400000">
                      <a:off x="4187825" y="2251075"/>
                      <a:ext cx="1098550" cy="0"/>
                    </a:xfrm>
                    <a:prstGeom prst="line">
                      <a:avLst/>
                    </a:prstGeom>
                    <a:grpFill/>
                    <a:ln w="3175" cap="sq">
                      <a:noFill/>
                      <a:prstDash val="solid"/>
                      <a:round/>
                    </a:ln>
                  </p:spPr>
                  <p:style>
                    <a:lnRef idx="1">
                      <a:schemeClr val="accent1"/>
                    </a:lnRef>
                    <a:fillRef idx="0">
                      <a:schemeClr val="accent1"/>
                    </a:fillRef>
                    <a:effectRef idx="0">
                      <a:schemeClr val="accent1"/>
                    </a:effectRef>
                    <a:fontRef idx="minor">
                      <a:schemeClr val="tx1"/>
                    </a:fontRef>
                  </p:style>
                </p:cxnSp>
                <p:cxnSp>
                  <p:nvCxnSpPr>
                    <p:cNvPr id="13" name="ee4p_icon_frame_right">
                      <a:extLst>
                        <a:ext uri="{FF2B5EF4-FFF2-40B4-BE49-F238E27FC236}">
                          <a16:creationId xmlns:a16="http://schemas.microsoft.com/office/drawing/2014/main" id="{122ACA92-B9C6-FC11-222A-BC95DD267A17}"/>
                        </a:ext>
                      </a:extLst>
                    </p:cNvPr>
                    <p:cNvCxnSpPr>
                      <a:cxnSpLocks/>
                    </p:cNvCxnSpPr>
                    <p:nvPr/>
                  </p:nvCxnSpPr>
                  <p:spPr>
                    <a:xfrm rot="5400000">
                      <a:off x="5286375" y="2251075"/>
                      <a:ext cx="1098550" cy="0"/>
                    </a:xfrm>
                    <a:prstGeom prst="line">
                      <a:avLst/>
                    </a:prstGeom>
                    <a:grpFill/>
                    <a:ln w="3175" cap="sq">
                      <a:noFill/>
                      <a:prstDash val="solid"/>
                      <a:round/>
                    </a:ln>
                  </p:spPr>
                  <p:style>
                    <a:lnRef idx="1">
                      <a:schemeClr val="accent1"/>
                    </a:lnRef>
                    <a:fillRef idx="0">
                      <a:schemeClr val="accent1"/>
                    </a:fillRef>
                    <a:effectRef idx="0">
                      <a:schemeClr val="accent1"/>
                    </a:effectRef>
                    <a:fontRef idx="minor">
                      <a:schemeClr val="tx1"/>
                    </a:fontRef>
                  </p:style>
                </p:cxnSp>
              </p:grpSp>
              <p:sp>
                <p:nvSpPr>
                  <p:cNvPr id="6" name="ee4p_icon">
                    <a:extLst>
                      <a:ext uri="{FF2B5EF4-FFF2-40B4-BE49-F238E27FC236}">
                        <a16:creationId xmlns:a16="http://schemas.microsoft.com/office/drawing/2014/main" id="{B0902AF3-0895-80BF-7051-598F1CB45212}"/>
                      </a:ext>
                    </a:extLst>
                  </p:cNvPr>
                  <p:cNvSpPr>
                    <a:spLocks noChangeAspect="1"/>
                  </p:cNvSpPr>
                  <p:nvPr/>
                </p:nvSpPr>
                <p:spPr>
                  <a:xfrm>
                    <a:off x="4189175" y="2884821"/>
                    <a:ext cx="1014339" cy="767148"/>
                  </a:xfrm>
                  <a:custGeom>
                    <a:avLst/>
                    <a:gdLst>
                      <a:gd name="connsiteX0" fmla="*/ 847005 w 1014340"/>
                      <a:gd name="connsiteY0" fmla="*/ 0 h 767147"/>
                      <a:gd name="connsiteX1" fmla="*/ 532689 w 1014340"/>
                      <a:gd name="connsiteY1" fmla="*/ 0 h 767147"/>
                      <a:gd name="connsiteX2" fmla="*/ 532689 w 1014340"/>
                      <a:gd name="connsiteY2" fmla="*/ 0 h 767147"/>
                      <a:gd name="connsiteX3" fmla="*/ 531199 w 1014340"/>
                      <a:gd name="connsiteY3" fmla="*/ 0 h 767147"/>
                      <a:gd name="connsiteX4" fmla="*/ 374023 w 1014340"/>
                      <a:gd name="connsiteY4" fmla="*/ 0 h 767147"/>
                      <a:gd name="connsiteX5" fmla="*/ 222944 w 1014340"/>
                      <a:gd name="connsiteY5" fmla="*/ 217085 h 767147"/>
                      <a:gd name="connsiteX6" fmla="*/ 243027 w 1014340"/>
                      <a:gd name="connsiteY6" fmla="*/ 221183 h 767147"/>
                      <a:gd name="connsiteX7" fmla="*/ 374023 w 1014340"/>
                      <a:gd name="connsiteY7" fmla="*/ 20320 h 767147"/>
                      <a:gd name="connsiteX8" fmla="*/ 521039 w 1014340"/>
                      <a:gd name="connsiteY8" fmla="*/ 383574 h 767147"/>
                      <a:gd name="connsiteX9" fmla="*/ 374023 w 1014340"/>
                      <a:gd name="connsiteY9" fmla="*/ 746828 h 767147"/>
                      <a:gd name="connsiteX10" fmla="*/ 298907 w 1014340"/>
                      <a:gd name="connsiteY10" fmla="*/ 694199 h 767147"/>
                      <a:gd name="connsiteX11" fmla="*/ 281974 w 1014340"/>
                      <a:gd name="connsiteY11" fmla="*/ 705510 h 767147"/>
                      <a:gd name="connsiteX12" fmla="*/ 373990 w 1014340"/>
                      <a:gd name="connsiteY12" fmla="*/ 767148 h 767147"/>
                      <a:gd name="connsiteX13" fmla="*/ 531165 w 1014340"/>
                      <a:gd name="connsiteY13" fmla="*/ 767148 h 767147"/>
                      <a:gd name="connsiteX14" fmla="*/ 532655 w 1014340"/>
                      <a:gd name="connsiteY14" fmla="*/ 767148 h 767147"/>
                      <a:gd name="connsiteX15" fmla="*/ 532655 w 1014340"/>
                      <a:gd name="connsiteY15" fmla="*/ 767148 h 767147"/>
                      <a:gd name="connsiteX16" fmla="*/ 689830 w 1014340"/>
                      <a:gd name="connsiteY16" fmla="*/ 767148 h 767147"/>
                      <a:gd name="connsiteX17" fmla="*/ 857131 w 1014340"/>
                      <a:gd name="connsiteY17" fmla="*/ 383574 h 767147"/>
                      <a:gd name="connsiteX18" fmla="*/ 744660 w 1014340"/>
                      <a:gd name="connsiteY18" fmla="*/ 20320 h 767147"/>
                      <a:gd name="connsiteX19" fmla="*/ 846971 w 1014340"/>
                      <a:gd name="connsiteY19" fmla="*/ 20320 h 767147"/>
                      <a:gd name="connsiteX20" fmla="*/ 993987 w 1014340"/>
                      <a:gd name="connsiteY20" fmla="*/ 383574 h 767147"/>
                      <a:gd name="connsiteX21" fmla="*/ 846971 w 1014340"/>
                      <a:gd name="connsiteY21" fmla="*/ 746828 h 767147"/>
                      <a:gd name="connsiteX22" fmla="*/ 808973 w 1014340"/>
                      <a:gd name="connsiteY22" fmla="*/ 746828 h 767147"/>
                      <a:gd name="connsiteX23" fmla="*/ 808973 w 1014340"/>
                      <a:gd name="connsiteY23" fmla="*/ 767148 h 767147"/>
                      <a:gd name="connsiteX24" fmla="*/ 847005 w 1014340"/>
                      <a:gd name="connsiteY24" fmla="*/ 767148 h 767147"/>
                      <a:gd name="connsiteX25" fmla="*/ 1014341 w 1014340"/>
                      <a:gd name="connsiteY25" fmla="*/ 383574 h 767147"/>
                      <a:gd name="connsiteX26" fmla="*/ 847005 w 1014340"/>
                      <a:gd name="connsiteY26" fmla="*/ 0 h 767147"/>
                      <a:gd name="connsiteX27" fmla="*/ 428854 w 1014340"/>
                      <a:gd name="connsiteY27" fmla="*/ 746828 h 767147"/>
                      <a:gd name="connsiteX28" fmla="*/ 541359 w 1014340"/>
                      <a:gd name="connsiteY28" fmla="*/ 383574 h 767147"/>
                      <a:gd name="connsiteX29" fmla="*/ 428854 w 1014340"/>
                      <a:gd name="connsiteY29" fmla="*/ 20320 h 767147"/>
                      <a:gd name="connsiteX30" fmla="*/ 531199 w 1014340"/>
                      <a:gd name="connsiteY30" fmla="*/ 20320 h 767147"/>
                      <a:gd name="connsiteX31" fmla="*/ 678180 w 1014340"/>
                      <a:gd name="connsiteY31" fmla="*/ 383574 h 767147"/>
                      <a:gd name="connsiteX32" fmla="*/ 531199 w 1014340"/>
                      <a:gd name="connsiteY32" fmla="*/ 746828 h 767147"/>
                      <a:gd name="connsiteX33" fmla="*/ 836845 w 1014340"/>
                      <a:gd name="connsiteY33" fmla="*/ 383574 h 767147"/>
                      <a:gd name="connsiteX34" fmla="*/ 689864 w 1014340"/>
                      <a:gd name="connsiteY34" fmla="*/ 746828 h 767147"/>
                      <a:gd name="connsiteX35" fmla="*/ 585995 w 1014340"/>
                      <a:gd name="connsiteY35" fmla="*/ 746828 h 767147"/>
                      <a:gd name="connsiteX36" fmla="*/ 698500 w 1014340"/>
                      <a:gd name="connsiteY36" fmla="*/ 383574 h 767147"/>
                      <a:gd name="connsiteX37" fmla="*/ 585995 w 1014340"/>
                      <a:gd name="connsiteY37" fmla="*/ 20320 h 767147"/>
                      <a:gd name="connsiteX38" fmla="*/ 689864 w 1014340"/>
                      <a:gd name="connsiteY38" fmla="*/ 20320 h 767147"/>
                      <a:gd name="connsiteX39" fmla="*/ 836845 w 1014340"/>
                      <a:gd name="connsiteY39" fmla="*/ 383574 h 767147"/>
                      <a:gd name="connsiteX40" fmla="*/ 206925 w 1014340"/>
                      <a:gd name="connsiteY40" fmla="*/ 508677 h 767147"/>
                      <a:gd name="connsiteX41" fmla="*/ 175903 w 1014340"/>
                      <a:gd name="connsiteY41" fmla="*/ 477655 h 767147"/>
                      <a:gd name="connsiteX42" fmla="*/ 175226 w 1014340"/>
                      <a:gd name="connsiteY42" fmla="*/ 464109 h 767147"/>
                      <a:gd name="connsiteX43" fmla="*/ 190872 w 1014340"/>
                      <a:gd name="connsiteY43" fmla="*/ 444839 h 767147"/>
                      <a:gd name="connsiteX44" fmla="*/ 179832 w 1014340"/>
                      <a:gd name="connsiteY44" fmla="*/ 418186 h 767147"/>
                      <a:gd name="connsiteX45" fmla="*/ 155143 w 1014340"/>
                      <a:gd name="connsiteY45" fmla="*/ 415646 h 767147"/>
                      <a:gd name="connsiteX46" fmla="*/ 146033 w 1014340"/>
                      <a:gd name="connsiteY46" fmla="*/ 405486 h 767147"/>
                      <a:gd name="connsiteX47" fmla="*/ 146033 w 1014340"/>
                      <a:gd name="connsiteY47" fmla="*/ 361459 h 767147"/>
                      <a:gd name="connsiteX48" fmla="*/ 155143 w 1014340"/>
                      <a:gd name="connsiteY48" fmla="*/ 351299 h 767147"/>
                      <a:gd name="connsiteX49" fmla="*/ 179832 w 1014340"/>
                      <a:gd name="connsiteY49" fmla="*/ 348759 h 767147"/>
                      <a:gd name="connsiteX50" fmla="*/ 190872 w 1014340"/>
                      <a:gd name="connsiteY50" fmla="*/ 322106 h 767147"/>
                      <a:gd name="connsiteX51" fmla="*/ 175294 w 1014340"/>
                      <a:gd name="connsiteY51" fmla="*/ 303073 h 767147"/>
                      <a:gd name="connsiteX52" fmla="*/ 175971 w 1014340"/>
                      <a:gd name="connsiteY52" fmla="*/ 289526 h 767147"/>
                      <a:gd name="connsiteX53" fmla="*/ 206993 w 1014340"/>
                      <a:gd name="connsiteY53" fmla="*/ 258504 h 767147"/>
                      <a:gd name="connsiteX54" fmla="*/ 220540 w 1014340"/>
                      <a:gd name="connsiteY54" fmla="*/ 257793 h 767147"/>
                      <a:gd name="connsiteX55" fmla="*/ 239776 w 1014340"/>
                      <a:gd name="connsiteY55" fmla="*/ 273473 h 767147"/>
                      <a:gd name="connsiteX56" fmla="*/ 266463 w 1014340"/>
                      <a:gd name="connsiteY56" fmla="*/ 262399 h 767147"/>
                      <a:gd name="connsiteX57" fmla="*/ 268969 w 1014340"/>
                      <a:gd name="connsiteY57" fmla="*/ 237744 h 767147"/>
                      <a:gd name="connsiteX58" fmla="*/ 279129 w 1014340"/>
                      <a:gd name="connsiteY58" fmla="*/ 228600 h 767147"/>
                      <a:gd name="connsiteX59" fmla="*/ 323156 w 1014340"/>
                      <a:gd name="connsiteY59" fmla="*/ 228600 h 767147"/>
                      <a:gd name="connsiteX60" fmla="*/ 333316 w 1014340"/>
                      <a:gd name="connsiteY60" fmla="*/ 237744 h 767147"/>
                      <a:gd name="connsiteX61" fmla="*/ 335822 w 1014340"/>
                      <a:gd name="connsiteY61" fmla="*/ 262399 h 767147"/>
                      <a:gd name="connsiteX62" fmla="*/ 362509 w 1014340"/>
                      <a:gd name="connsiteY62" fmla="*/ 273473 h 767147"/>
                      <a:gd name="connsiteX63" fmla="*/ 381745 w 1014340"/>
                      <a:gd name="connsiteY63" fmla="*/ 257793 h 767147"/>
                      <a:gd name="connsiteX64" fmla="*/ 395292 w 1014340"/>
                      <a:gd name="connsiteY64" fmla="*/ 258504 h 767147"/>
                      <a:gd name="connsiteX65" fmla="*/ 426314 w 1014340"/>
                      <a:gd name="connsiteY65" fmla="*/ 289526 h 767147"/>
                      <a:gd name="connsiteX66" fmla="*/ 427025 w 1014340"/>
                      <a:gd name="connsiteY66" fmla="*/ 303073 h 767147"/>
                      <a:gd name="connsiteX67" fmla="*/ 411344 w 1014340"/>
                      <a:gd name="connsiteY67" fmla="*/ 322343 h 767147"/>
                      <a:gd name="connsiteX68" fmla="*/ 422385 w 1014340"/>
                      <a:gd name="connsiteY68" fmla="*/ 348996 h 767147"/>
                      <a:gd name="connsiteX69" fmla="*/ 447074 w 1014340"/>
                      <a:gd name="connsiteY69" fmla="*/ 351536 h 767147"/>
                      <a:gd name="connsiteX70" fmla="*/ 456184 w 1014340"/>
                      <a:gd name="connsiteY70" fmla="*/ 361696 h 767147"/>
                      <a:gd name="connsiteX71" fmla="*/ 456184 w 1014340"/>
                      <a:gd name="connsiteY71" fmla="*/ 405723 h 767147"/>
                      <a:gd name="connsiteX72" fmla="*/ 447074 w 1014340"/>
                      <a:gd name="connsiteY72" fmla="*/ 415883 h 767147"/>
                      <a:gd name="connsiteX73" fmla="*/ 422385 w 1014340"/>
                      <a:gd name="connsiteY73" fmla="*/ 418423 h 767147"/>
                      <a:gd name="connsiteX74" fmla="*/ 420556 w 1014340"/>
                      <a:gd name="connsiteY74" fmla="*/ 424349 h 767147"/>
                      <a:gd name="connsiteX75" fmla="*/ 401218 w 1014340"/>
                      <a:gd name="connsiteY75" fmla="*/ 417441 h 767147"/>
                      <a:gd name="connsiteX76" fmla="*/ 404266 w 1014340"/>
                      <a:gd name="connsiteY76" fmla="*/ 406468 h 767147"/>
                      <a:gd name="connsiteX77" fmla="*/ 413173 w 1014340"/>
                      <a:gd name="connsiteY77" fmla="*/ 398543 h 767147"/>
                      <a:gd name="connsiteX78" fmla="*/ 435762 w 1014340"/>
                      <a:gd name="connsiteY78" fmla="*/ 396240 h 767147"/>
                      <a:gd name="connsiteX79" fmla="*/ 435762 w 1014340"/>
                      <a:gd name="connsiteY79" fmla="*/ 370705 h 767147"/>
                      <a:gd name="connsiteX80" fmla="*/ 413173 w 1014340"/>
                      <a:gd name="connsiteY80" fmla="*/ 368402 h 767147"/>
                      <a:gd name="connsiteX81" fmla="*/ 404266 w 1014340"/>
                      <a:gd name="connsiteY81" fmla="*/ 360477 h 767147"/>
                      <a:gd name="connsiteX82" fmla="*/ 390313 w 1014340"/>
                      <a:gd name="connsiteY82" fmla="*/ 326610 h 767147"/>
                      <a:gd name="connsiteX83" fmla="*/ 390991 w 1014340"/>
                      <a:gd name="connsiteY83" fmla="*/ 314723 h 767147"/>
                      <a:gd name="connsiteX84" fmla="*/ 405350 w 1014340"/>
                      <a:gd name="connsiteY84" fmla="*/ 297112 h 767147"/>
                      <a:gd name="connsiteX85" fmla="*/ 387299 w 1014340"/>
                      <a:gd name="connsiteY85" fmla="*/ 279027 h 767147"/>
                      <a:gd name="connsiteX86" fmla="*/ 369655 w 1014340"/>
                      <a:gd name="connsiteY86" fmla="*/ 293421 h 767147"/>
                      <a:gd name="connsiteX87" fmla="*/ 357801 w 1014340"/>
                      <a:gd name="connsiteY87" fmla="*/ 294098 h 767147"/>
                      <a:gd name="connsiteX88" fmla="*/ 323935 w 1014340"/>
                      <a:gd name="connsiteY88" fmla="*/ 280111 h 767147"/>
                      <a:gd name="connsiteX89" fmla="*/ 316044 w 1014340"/>
                      <a:gd name="connsiteY89" fmla="*/ 271238 h 767147"/>
                      <a:gd name="connsiteX90" fmla="*/ 313741 w 1014340"/>
                      <a:gd name="connsiteY90" fmla="*/ 248615 h 767147"/>
                      <a:gd name="connsiteX91" fmla="*/ 288341 w 1014340"/>
                      <a:gd name="connsiteY91" fmla="*/ 248615 h 767147"/>
                      <a:gd name="connsiteX92" fmla="*/ 286004 w 1014340"/>
                      <a:gd name="connsiteY92" fmla="*/ 271238 h 767147"/>
                      <a:gd name="connsiteX93" fmla="*/ 278113 w 1014340"/>
                      <a:gd name="connsiteY93" fmla="*/ 280111 h 767147"/>
                      <a:gd name="connsiteX94" fmla="*/ 244246 w 1014340"/>
                      <a:gd name="connsiteY94" fmla="*/ 294098 h 767147"/>
                      <a:gd name="connsiteX95" fmla="*/ 232359 w 1014340"/>
                      <a:gd name="connsiteY95" fmla="*/ 293421 h 767147"/>
                      <a:gd name="connsiteX96" fmla="*/ 214715 w 1014340"/>
                      <a:gd name="connsiteY96" fmla="*/ 279027 h 767147"/>
                      <a:gd name="connsiteX97" fmla="*/ 196664 w 1014340"/>
                      <a:gd name="connsiteY97" fmla="*/ 297112 h 767147"/>
                      <a:gd name="connsiteX98" fmla="*/ 211023 w 1014340"/>
                      <a:gd name="connsiteY98" fmla="*/ 314723 h 767147"/>
                      <a:gd name="connsiteX99" fmla="*/ 211734 w 1014340"/>
                      <a:gd name="connsiteY99" fmla="*/ 326610 h 767147"/>
                      <a:gd name="connsiteX100" fmla="*/ 197747 w 1014340"/>
                      <a:gd name="connsiteY100" fmla="*/ 360477 h 767147"/>
                      <a:gd name="connsiteX101" fmla="*/ 188874 w 1014340"/>
                      <a:gd name="connsiteY101" fmla="*/ 368402 h 767147"/>
                      <a:gd name="connsiteX102" fmla="*/ 166251 w 1014340"/>
                      <a:gd name="connsiteY102" fmla="*/ 370705 h 767147"/>
                      <a:gd name="connsiteX103" fmla="*/ 166251 w 1014340"/>
                      <a:gd name="connsiteY103" fmla="*/ 396240 h 767147"/>
                      <a:gd name="connsiteX104" fmla="*/ 188874 w 1014340"/>
                      <a:gd name="connsiteY104" fmla="*/ 398543 h 767147"/>
                      <a:gd name="connsiteX105" fmla="*/ 197747 w 1014340"/>
                      <a:gd name="connsiteY105" fmla="*/ 406468 h 767147"/>
                      <a:gd name="connsiteX106" fmla="*/ 211734 w 1014340"/>
                      <a:gd name="connsiteY106" fmla="*/ 440334 h 767147"/>
                      <a:gd name="connsiteX107" fmla="*/ 211023 w 1014340"/>
                      <a:gd name="connsiteY107" fmla="*/ 452222 h 767147"/>
                      <a:gd name="connsiteX108" fmla="*/ 196664 w 1014340"/>
                      <a:gd name="connsiteY108" fmla="*/ 469832 h 767147"/>
                      <a:gd name="connsiteX109" fmla="*/ 214715 w 1014340"/>
                      <a:gd name="connsiteY109" fmla="*/ 487917 h 767147"/>
                      <a:gd name="connsiteX110" fmla="*/ 232359 w 1014340"/>
                      <a:gd name="connsiteY110" fmla="*/ 473524 h 767147"/>
                      <a:gd name="connsiteX111" fmla="*/ 244246 w 1014340"/>
                      <a:gd name="connsiteY111" fmla="*/ 472846 h 767147"/>
                      <a:gd name="connsiteX112" fmla="*/ 278113 w 1014340"/>
                      <a:gd name="connsiteY112" fmla="*/ 486833 h 767147"/>
                      <a:gd name="connsiteX113" fmla="*/ 286004 w 1014340"/>
                      <a:gd name="connsiteY113" fmla="*/ 495706 h 767147"/>
                      <a:gd name="connsiteX114" fmla="*/ 288341 w 1014340"/>
                      <a:gd name="connsiteY114" fmla="*/ 518329 h 767147"/>
                      <a:gd name="connsiteX115" fmla="*/ 313876 w 1014340"/>
                      <a:gd name="connsiteY115" fmla="*/ 518329 h 767147"/>
                      <a:gd name="connsiteX116" fmla="*/ 316179 w 1014340"/>
                      <a:gd name="connsiteY116" fmla="*/ 495706 h 767147"/>
                      <a:gd name="connsiteX117" fmla="*/ 324070 w 1014340"/>
                      <a:gd name="connsiteY117" fmla="*/ 486833 h 767147"/>
                      <a:gd name="connsiteX118" fmla="*/ 357937 w 1014340"/>
                      <a:gd name="connsiteY118" fmla="*/ 472846 h 767147"/>
                      <a:gd name="connsiteX119" fmla="*/ 369790 w 1014340"/>
                      <a:gd name="connsiteY119" fmla="*/ 473524 h 767147"/>
                      <a:gd name="connsiteX120" fmla="*/ 387435 w 1014340"/>
                      <a:gd name="connsiteY120" fmla="*/ 487917 h 767147"/>
                      <a:gd name="connsiteX121" fmla="*/ 405486 w 1014340"/>
                      <a:gd name="connsiteY121" fmla="*/ 469832 h 767147"/>
                      <a:gd name="connsiteX122" fmla="*/ 391126 w 1014340"/>
                      <a:gd name="connsiteY122" fmla="*/ 452222 h 767147"/>
                      <a:gd name="connsiteX123" fmla="*/ 390449 w 1014340"/>
                      <a:gd name="connsiteY123" fmla="*/ 440334 h 767147"/>
                      <a:gd name="connsiteX124" fmla="*/ 394479 w 1014340"/>
                      <a:gd name="connsiteY124" fmla="*/ 433392 h 767147"/>
                      <a:gd name="connsiteX125" fmla="*/ 406400 w 1014340"/>
                      <a:gd name="connsiteY125" fmla="*/ 439759 h 767147"/>
                      <a:gd name="connsiteX126" fmla="*/ 406874 w 1014340"/>
                      <a:gd name="connsiteY126" fmla="*/ 439386 h 767147"/>
                      <a:gd name="connsiteX127" fmla="*/ 407822 w 1014340"/>
                      <a:gd name="connsiteY127" fmla="*/ 440538 h 767147"/>
                      <a:gd name="connsiteX128" fmla="*/ 412394 w 1014340"/>
                      <a:gd name="connsiteY128" fmla="*/ 442976 h 767147"/>
                      <a:gd name="connsiteX129" fmla="*/ 411378 w 1014340"/>
                      <a:gd name="connsiteY129" fmla="*/ 444873 h 767147"/>
                      <a:gd name="connsiteX130" fmla="*/ 427059 w 1014340"/>
                      <a:gd name="connsiteY130" fmla="*/ 464143 h 767147"/>
                      <a:gd name="connsiteX131" fmla="*/ 426347 w 1014340"/>
                      <a:gd name="connsiteY131" fmla="*/ 477689 h 767147"/>
                      <a:gd name="connsiteX132" fmla="*/ 395326 w 1014340"/>
                      <a:gd name="connsiteY132" fmla="*/ 508711 h 767147"/>
                      <a:gd name="connsiteX133" fmla="*/ 381779 w 1014340"/>
                      <a:gd name="connsiteY133" fmla="*/ 509422 h 767147"/>
                      <a:gd name="connsiteX134" fmla="*/ 362543 w 1014340"/>
                      <a:gd name="connsiteY134" fmla="*/ 493742 h 767147"/>
                      <a:gd name="connsiteX135" fmla="*/ 335856 w 1014340"/>
                      <a:gd name="connsiteY135" fmla="*/ 504817 h 767147"/>
                      <a:gd name="connsiteX136" fmla="*/ 333350 w 1014340"/>
                      <a:gd name="connsiteY136" fmla="*/ 529471 h 767147"/>
                      <a:gd name="connsiteX137" fmla="*/ 323190 w 1014340"/>
                      <a:gd name="connsiteY137" fmla="*/ 538615 h 767147"/>
                      <a:gd name="connsiteX138" fmla="*/ 279163 w 1014340"/>
                      <a:gd name="connsiteY138" fmla="*/ 538615 h 767147"/>
                      <a:gd name="connsiteX139" fmla="*/ 269003 w 1014340"/>
                      <a:gd name="connsiteY139" fmla="*/ 529471 h 767147"/>
                      <a:gd name="connsiteX140" fmla="*/ 266497 w 1014340"/>
                      <a:gd name="connsiteY140" fmla="*/ 504817 h 767147"/>
                      <a:gd name="connsiteX141" fmla="*/ 239810 w 1014340"/>
                      <a:gd name="connsiteY141" fmla="*/ 493742 h 767147"/>
                      <a:gd name="connsiteX142" fmla="*/ 220574 w 1014340"/>
                      <a:gd name="connsiteY142" fmla="*/ 509422 h 767147"/>
                      <a:gd name="connsiteX143" fmla="*/ 206993 w 1014340"/>
                      <a:gd name="connsiteY143" fmla="*/ 508677 h 767147"/>
                      <a:gd name="connsiteX144" fmla="*/ 245059 w 1014340"/>
                      <a:gd name="connsiteY144" fmla="*/ 383574 h 767147"/>
                      <a:gd name="connsiteX145" fmla="*/ 301109 w 1014340"/>
                      <a:gd name="connsiteY145" fmla="*/ 439623 h 767147"/>
                      <a:gd name="connsiteX146" fmla="*/ 357158 w 1014340"/>
                      <a:gd name="connsiteY146" fmla="*/ 383574 h 767147"/>
                      <a:gd name="connsiteX147" fmla="*/ 301109 w 1014340"/>
                      <a:gd name="connsiteY147" fmla="*/ 327525 h 767147"/>
                      <a:gd name="connsiteX148" fmla="*/ 245059 w 1014340"/>
                      <a:gd name="connsiteY148" fmla="*/ 383574 h 767147"/>
                      <a:gd name="connsiteX149" fmla="*/ 336838 w 1014340"/>
                      <a:gd name="connsiteY149" fmla="*/ 383574 h 767147"/>
                      <a:gd name="connsiteX150" fmla="*/ 301109 w 1014340"/>
                      <a:gd name="connsiteY150" fmla="*/ 419303 h 767147"/>
                      <a:gd name="connsiteX151" fmla="*/ 265379 w 1014340"/>
                      <a:gd name="connsiteY151" fmla="*/ 383574 h 767147"/>
                      <a:gd name="connsiteX152" fmla="*/ 301109 w 1014340"/>
                      <a:gd name="connsiteY152" fmla="*/ 347845 h 767147"/>
                      <a:gd name="connsiteX153" fmla="*/ 336838 w 1014340"/>
                      <a:gd name="connsiteY153" fmla="*/ 383574 h 767147"/>
                      <a:gd name="connsiteX154" fmla="*/ 144407 w 1014340"/>
                      <a:gd name="connsiteY154" fmla="*/ 134383 h 767147"/>
                      <a:gd name="connsiteX155" fmla="*/ 196494 w 1014340"/>
                      <a:gd name="connsiteY155" fmla="*/ 82296 h 767147"/>
                      <a:gd name="connsiteX156" fmla="*/ 144407 w 1014340"/>
                      <a:gd name="connsiteY156" fmla="*/ 30209 h 767147"/>
                      <a:gd name="connsiteX157" fmla="*/ 92320 w 1014340"/>
                      <a:gd name="connsiteY157" fmla="*/ 82161 h 767147"/>
                      <a:gd name="connsiteX158" fmla="*/ 144407 w 1014340"/>
                      <a:gd name="connsiteY158" fmla="*/ 134383 h 767147"/>
                      <a:gd name="connsiteX159" fmla="*/ 144407 w 1014340"/>
                      <a:gd name="connsiteY159" fmla="*/ 50529 h 767147"/>
                      <a:gd name="connsiteX160" fmla="*/ 176174 w 1014340"/>
                      <a:gd name="connsiteY160" fmla="*/ 82296 h 767147"/>
                      <a:gd name="connsiteX161" fmla="*/ 144407 w 1014340"/>
                      <a:gd name="connsiteY161" fmla="*/ 114063 h 767147"/>
                      <a:gd name="connsiteX162" fmla="*/ 112640 w 1014340"/>
                      <a:gd name="connsiteY162" fmla="*/ 82296 h 767147"/>
                      <a:gd name="connsiteX163" fmla="*/ 112640 w 1014340"/>
                      <a:gd name="connsiteY163" fmla="*/ 82161 h 767147"/>
                      <a:gd name="connsiteX164" fmla="*/ 144407 w 1014340"/>
                      <a:gd name="connsiteY164" fmla="*/ 50529 h 767147"/>
                      <a:gd name="connsiteX165" fmla="*/ 52155 w 1014340"/>
                      <a:gd name="connsiteY165" fmla="*/ 283769 h 767147"/>
                      <a:gd name="connsiteX166" fmla="*/ 104208 w 1014340"/>
                      <a:gd name="connsiteY166" fmla="*/ 231648 h 767147"/>
                      <a:gd name="connsiteX167" fmla="*/ 52087 w 1014340"/>
                      <a:gd name="connsiteY167" fmla="*/ 179595 h 767147"/>
                      <a:gd name="connsiteX168" fmla="*/ 34 w 1014340"/>
                      <a:gd name="connsiteY168" fmla="*/ 231682 h 767147"/>
                      <a:gd name="connsiteX169" fmla="*/ 52155 w 1014340"/>
                      <a:gd name="connsiteY169" fmla="*/ 283769 h 767147"/>
                      <a:gd name="connsiteX170" fmla="*/ 52155 w 1014340"/>
                      <a:gd name="connsiteY170" fmla="*/ 199915 h 767147"/>
                      <a:gd name="connsiteX171" fmla="*/ 83888 w 1014340"/>
                      <a:gd name="connsiteY171" fmla="*/ 231716 h 767147"/>
                      <a:gd name="connsiteX172" fmla="*/ 52087 w 1014340"/>
                      <a:gd name="connsiteY172" fmla="*/ 263449 h 767147"/>
                      <a:gd name="connsiteX173" fmla="*/ 20354 w 1014340"/>
                      <a:gd name="connsiteY173" fmla="*/ 231682 h 767147"/>
                      <a:gd name="connsiteX174" fmla="*/ 52155 w 1014340"/>
                      <a:gd name="connsiteY174" fmla="*/ 199915 h 767147"/>
                      <a:gd name="connsiteX175" fmla="*/ 114334 w 1014340"/>
                      <a:gd name="connsiteY175" fmla="*/ 440775 h 767147"/>
                      <a:gd name="connsiteX176" fmla="*/ 62247 w 1014340"/>
                      <a:gd name="connsiteY176" fmla="*/ 492862 h 767147"/>
                      <a:gd name="connsiteX177" fmla="*/ 114334 w 1014340"/>
                      <a:gd name="connsiteY177" fmla="*/ 544949 h 767147"/>
                      <a:gd name="connsiteX178" fmla="*/ 166421 w 1014340"/>
                      <a:gd name="connsiteY178" fmla="*/ 492862 h 767147"/>
                      <a:gd name="connsiteX179" fmla="*/ 114334 w 1014340"/>
                      <a:gd name="connsiteY179" fmla="*/ 440775 h 767147"/>
                      <a:gd name="connsiteX180" fmla="*/ 114334 w 1014340"/>
                      <a:gd name="connsiteY180" fmla="*/ 524629 h 767147"/>
                      <a:gd name="connsiteX181" fmla="*/ 82567 w 1014340"/>
                      <a:gd name="connsiteY181" fmla="*/ 492862 h 767147"/>
                      <a:gd name="connsiteX182" fmla="*/ 114334 w 1014340"/>
                      <a:gd name="connsiteY182" fmla="*/ 461095 h 767147"/>
                      <a:gd name="connsiteX183" fmla="*/ 146101 w 1014340"/>
                      <a:gd name="connsiteY183" fmla="*/ 492862 h 767147"/>
                      <a:gd name="connsiteX184" fmla="*/ 114334 w 1014340"/>
                      <a:gd name="connsiteY184" fmla="*/ 524629 h 767147"/>
                      <a:gd name="connsiteX185" fmla="*/ 299957 w 1014340"/>
                      <a:gd name="connsiteY185" fmla="*/ 636389 h 767147"/>
                      <a:gd name="connsiteX186" fmla="*/ 247870 w 1014340"/>
                      <a:gd name="connsiteY186" fmla="*/ 584302 h 767147"/>
                      <a:gd name="connsiteX187" fmla="*/ 195783 w 1014340"/>
                      <a:gd name="connsiteY187" fmla="*/ 636389 h 767147"/>
                      <a:gd name="connsiteX188" fmla="*/ 247870 w 1014340"/>
                      <a:gd name="connsiteY188" fmla="*/ 688475 h 767147"/>
                      <a:gd name="connsiteX189" fmla="*/ 299957 w 1014340"/>
                      <a:gd name="connsiteY189" fmla="*/ 636490 h 767147"/>
                      <a:gd name="connsiteX190" fmla="*/ 247870 w 1014340"/>
                      <a:gd name="connsiteY190" fmla="*/ 668155 h 767147"/>
                      <a:gd name="connsiteX191" fmla="*/ 216103 w 1014340"/>
                      <a:gd name="connsiteY191" fmla="*/ 636389 h 767147"/>
                      <a:gd name="connsiteX192" fmla="*/ 247870 w 1014340"/>
                      <a:gd name="connsiteY192" fmla="*/ 604622 h 767147"/>
                      <a:gd name="connsiteX193" fmla="*/ 279637 w 1014340"/>
                      <a:gd name="connsiteY193" fmla="*/ 636389 h 767147"/>
                      <a:gd name="connsiteX194" fmla="*/ 247972 w 1014340"/>
                      <a:gd name="connsiteY194" fmla="*/ 668257 h 767147"/>
                      <a:gd name="connsiteX195" fmla="*/ 247870 w 1014340"/>
                      <a:gd name="connsiteY195" fmla="*/ 668257 h 767147"/>
                      <a:gd name="connsiteX196" fmla="*/ 52155 w 1014340"/>
                      <a:gd name="connsiteY196" fmla="*/ 657894 h 767147"/>
                      <a:gd name="connsiteX197" fmla="*/ 0 w 1014340"/>
                      <a:gd name="connsiteY197" fmla="*/ 709913 h 767147"/>
                      <a:gd name="connsiteX198" fmla="*/ 52019 w 1014340"/>
                      <a:gd name="connsiteY198" fmla="*/ 762068 h 767147"/>
                      <a:gd name="connsiteX199" fmla="*/ 104174 w 1014340"/>
                      <a:gd name="connsiteY199" fmla="*/ 710049 h 767147"/>
                      <a:gd name="connsiteX200" fmla="*/ 104174 w 1014340"/>
                      <a:gd name="connsiteY200" fmla="*/ 709913 h 767147"/>
                      <a:gd name="connsiteX201" fmla="*/ 52155 w 1014340"/>
                      <a:gd name="connsiteY201" fmla="*/ 657894 h 767147"/>
                      <a:gd name="connsiteX202" fmla="*/ 52155 w 1014340"/>
                      <a:gd name="connsiteY202" fmla="*/ 741748 h 767147"/>
                      <a:gd name="connsiteX203" fmla="*/ 20320 w 1014340"/>
                      <a:gd name="connsiteY203" fmla="*/ 710049 h 767147"/>
                      <a:gd name="connsiteX204" fmla="*/ 52019 w 1014340"/>
                      <a:gd name="connsiteY204" fmla="*/ 678214 h 767147"/>
                      <a:gd name="connsiteX205" fmla="*/ 83854 w 1014340"/>
                      <a:gd name="connsiteY205" fmla="*/ 709913 h 767147"/>
                      <a:gd name="connsiteX206" fmla="*/ 52155 w 1014340"/>
                      <a:gd name="connsiteY206" fmla="*/ 741680 h 767147"/>
                      <a:gd name="connsiteX207" fmla="*/ 227719 w 1014340"/>
                      <a:gd name="connsiteY207" fmla="*/ 520869 h 767147"/>
                      <a:gd name="connsiteX208" fmla="*/ 248039 w 1014340"/>
                      <a:gd name="connsiteY208" fmla="*/ 520869 h 767147"/>
                      <a:gd name="connsiteX209" fmla="*/ 248039 w 1014340"/>
                      <a:gd name="connsiteY209" fmla="*/ 555617 h 767147"/>
                      <a:gd name="connsiteX210" fmla="*/ 227719 w 1014340"/>
                      <a:gd name="connsiteY210" fmla="*/ 555617 h 767147"/>
                      <a:gd name="connsiteX211" fmla="*/ 62315 w 1014340"/>
                      <a:gd name="connsiteY211" fmla="*/ 113182 h 767147"/>
                      <a:gd name="connsiteX212" fmla="*/ 41995 w 1014340"/>
                      <a:gd name="connsiteY212" fmla="*/ 113182 h 767147"/>
                      <a:gd name="connsiteX213" fmla="*/ 41995 w 1014340"/>
                      <a:gd name="connsiteY213" fmla="*/ 12531 h 767147"/>
                      <a:gd name="connsiteX214" fmla="*/ 62315 w 1014340"/>
                      <a:gd name="connsiteY214" fmla="*/ 12531 h 767147"/>
                      <a:gd name="connsiteX215" fmla="*/ 134247 w 1014340"/>
                      <a:gd name="connsiteY215" fmla="*/ 209194 h 767147"/>
                      <a:gd name="connsiteX216" fmla="*/ 154567 w 1014340"/>
                      <a:gd name="connsiteY216" fmla="*/ 209194 h 767147"/>
                      <a:gd name="connsiteX217" fmla="*/ 154567 w 1014340"/>
                      <a:gd name="connsiteY217" fmla="*/ 309846 h 767147"/>
                      <a:gd name="connsiteX218" fmla="*/ 134247 w 1014340"/>
                      <a:gd name="connsiteY218" fmla="*/ 309846 h 767147"/>
                      <a:gd name="connsiteX219" fmla="*/ 134247 w 1014340"/>
                      <a:gd name="connsiteY219" fmla="*/ 609261 h 767147"/>
                      <a:gd name="connsiteX220" fmla="*/ 154567 w 1014340"/>
                      <a:gd name="connsiteY220" fmla="*/ 609261 h 767147"/>
                      <a:gd name="connsiteX221" fmla="*/ 154567 w 1014340"/>
                      <a:gd name="connsiteY221" fmla="*/ 709913 h 767147"/>
                      <a:gd name="connsiteX222" fmla="*/ 134247 w 1014340"/>
                      <a:gd name="connsiteY222" fmla="*/ 709913 h 767147"/>
                      <a:gd name="connsiteX223" fmla="*/ 41995 w 1014340"/>
                      <a:gd name="connsiteY223" fmla="*/ 629039 h 767147"/>
                      <a:gd name="connsiteX224" fmla="*/ 41995 w 1014340"/>
                      <a:gd name="connsiteY224" fmla="*/ 555549 h 767147"/>
                      <a:gd name="connsiteX225" fmla="*/ 62315 w 1014340"/>
                      <a:gd name="connsiteY225" fmla="*/ 555549 h 767147"/>
                      <a:gd name="connsiteX226" fmla="*/ 62315 w 1014340"/>
                      <a:gd name="connsiteY226" fmla="*/ 629039 h 767147"/>
                      <a:gd name="connsiteX227" fmla="*/ 237913 w 1014340"/>
                      <a:gd name="connsiteY227" fmla="*/ 124223 h 767147"/>
                      <a:gd name="connsiteX228" fmla="*/ 217593 w 1014340"/>
                      <a:gd name="connsiteY228" fmla="*/ 124223 h 767147"/>
                      <a:gd name="connsiteX229" fmla="*/ 217593 w 1014340"/>
                      <a:gd name="connsiteY229" fmla="*/ 82161 h 767147"/>
                      <a:gd name="connsiteX230" fmla="*/ 237913 w 1014340"/>
                      <a:gd name="connsiteY230" fmla="*/ 82161 h 767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014340" h="767147">
                        <a:moveTo>
                          <a:pt x="847005" y="0"/>
                        </a:moveTo>
                        <a:lnTo>
                          <a:pt x="532689" y="0"/>
                        </a:lnTo>
                        <a:lnTo>
                          <a:pt x="532689" y="0"/>
                        </a:lnTo>
                        <a:lnTo>
                          <a:pt x="531199" y="0"/>
                        </a:lnTo>
                        <a:lnTo>
                          <a:pt x="374023" y="0"/>
                        </a:lnTo>
                        <a:cubicBezTo>
                          <a:pt x="308525" y="0"/>
                          <a:pt x="250647" y="83177"/>
                          <a:pt x="222944" y="217085"/>
                        </a:cubicBezTo>
                        <a:lnTo>
                          <a:pt x="243027" y="221183"/>
                        </a:lnTo>
                        <a:cubicBezTo>
                          <a:pt x="268089" y="99094"/>
                          <a:pt x="319566" y="20320"/>
                          <a:pt x="374023" y="20320"/>
                        </a:cubicBezTo>
                        <a:cubicBezTo>
                          <a:pt x="453712" y="20320"/>
                          <a:pt x="521039" y="186673"/>
                          <a:pt x="521039" y="383574"/>
                        </a:cubicBezTo>
                        <a:cubicBezTo>
                          <a:pt x="521039" y="580475"/>
                          <a:pt x="453712" y="746828"/>
                          <a:pt x="374023" y="746828"/>
                        </a:cubicBezTo>
                        <a:cubicBezTo>
                          <a:pt x="341037" y="746828"/>
                          <a:pt x="314960" y="718210"/>
                          <a:pt x="298907" y="694199"/>
                        </a:cubicBezTo>
                        <a:lnTo>
                          <a:pt x="281974" y="705510"/>
                        </a:lnTo>
                        <a:cubicBezTo>
                          <a:pt x="309067" y="745812"/>
                          <a:pt x="340766" y="767148"/>
                          <a:pt x="373990" y="767148"/>
                        </a:cubicBezTo>
                        <a:lnTo>
                          <a:pt x="531165" y="767148"/>
                        </a:lnTo>
                        <a:lnTo>
                          <a:pt x="532655" y="767148"/>
                        </a:lnTo>
                        <a:lnTo>
                          <a:pt x="532655" y="767148"/>
                        </a:lnTo>
                        <a:lnTo>
                          <a:pt x="689830" y="767148"/>
                        </a:lnTo>
                        <a:cubicBezTo>
                          <a:pt x="783641" y="767148"/>
                          <a:pt x="857131" y="598661"/>
                          <a:pt x="857131" y="383574"/>
                        </a:cubicBezTo>
                        <a:cubicBezTo>
                          <a:pt x="857131" y="212717"/>
                          <a:pt x="810768" y="71289"/>
                          <a:pt x="744660" y="20320"/>
                        </a:cubicBezTo>
                        <a:lnTo>
                          <a:pt x="846971" y="20320"/>
                        </a:lnTo>
                        <a:cubicBezTo>
                          <a:pt x="926660" y="20320"/>
                          <a:pt x="993987" y="186673"/>
                          <a:pt x="993987" y="383574"/>
                        </a:cubicBezTo>
                        <a:cubicBezTo>
                          <a:pt x="993987" y="580475"/>
                          <a:pt x="926660" y="746828"/>
                          <a:pt x="846971" y="746828"/>
                        </a:cubicBezTo>
                        <a:lnTo>
                          <a:pt x="808973" y="746828"/>
                        </a:lnTo>
                        <a:lnTo>
                          <a:pt x="808973" y="767148"/>
                        </a:lnTo>
                        <a:lnTo>
                          <a:pt x="847005" y="767148"/>
                        </a:lnTo>
                        <a:cubicBezTo>
                          <a:pt x="940816" y="767148"/>
                          <a:pt x="1014341" y="598661"/>
                          <a:pt x="1014341" y="383574"/>
                        </a:cubicBezTo>
                        <a:cubicBezTo>
                          <a:pt x="1014341" y="168487"/>
                          <a:pt x="940681" y="0"/>
                          <a:pt x="847005" y="0"/>
                        </a:cubicBezTo>
                        <a:close/>
                        <a:moveTo>
                          <a:pt x="428854" y="746828"/>
                        </a:moveTo>
                        <a:cubicBezTo>
                          <a:pt x="494961" y="696028"/>
                          <a:pt x="541359" y="554431"/>
                          <a:pt x="541359" y="383574"/>
                        </a:cubicBezTo>
                        <a:cubicBezTo>
                          <a:pt x="541359" y="212717"/>
                          <a:pt x="494961" y="71289"/>
                          <a:pt x="428854" y="20320"/>
                        </a:cubicBezTo>
                        <a:lnTo>
                          <a:pt x="531199" y="20320"/>
                        </a:lnTo>
                        <a:cubicBezTo>
                          <a:pt x="610853" y="20320"/>
                          <a:pt x="678180" y="186673"/>
                          <a:pt x="678180" y="383574"/>
                        </a:cubicBezTo>
                        <a:cubicBezTo>
                          <a:pt x="678180" y="580475"/>
                          <a:pt x="610853" y="746828"/>
                          <a:pt x="531199" y="746828"/>
                        </a:cubicBezTo>
                        <a:close/>
                        <a:moveTo>
                          <a:pt x="836845" y="383574"/>
                        </a:moveTo>
                        <a:cubicBezTo>
                          <a:pt x="836845" y="580475"/>
                          <a:pt x="769518" y="746828"/>
                          <a:pt x="689864" y="746828"/>
                        </a:cubicBezTo>
                        <a:lnTo>
                          <a:pt x="585995" y="746828"/>
                        </a:lnTo>
                        <a:cubicBezTo>
                          <a:pt x="652103" y="696028"/>
                          <a:pt x="698500" y="554431"/>
                          <a:pt x="698500" y="383574"/>
                        </a:cubicBezTo>
                        <a:cubicBezTo>
                          <a:pt x="698500" y="212717"/>
                          <a:pt x="652103" y="71289"/>
                          <a:pt x="585995" y="20320"/>
                        </a:cubicBezTo>
                        <a:lnTo>
                          <a:pt x="689864" y="20320"/>
                        </a:lnTo>
                        <a:cubicBezTo>
                          <a:pt x="769518" y="20320"/>
                          <a:pt x="836845" y="186673"/>
                          <a:pt x="836845" y="383574"/>
                        </a:cubicBezTo>
                        <a:close/>
                        <a:moveTo>
                          <a:pt x="206925" y="508677"/>
                        </a:moveTo>
                        <a:lnTo>
                          <a:pt x="175903" y="477655"/>
                        </a:lnTo>
                        <a:cubicBezTo>
                          <a:pt x="172255" y="473974"/>
                          <a:pt x="171963" y="468136"/>
                          <a:pt x="175226" y="464109"/>
                        </a:cubicBezTo>
                        <a:lnTo>
                          <a:pt x="190872" y="444839"/>
                        </a:lnTo>
                        <a:cubicBezTo>
                          <a:pt x="186173" y="436413"/>
                          <a:pt x="182468" y="427468"/>
                          <a:pt x="179832" y="418186"/>
                        </a:cubicBezTo>
                        <a:lnTo>
                          <a:pt x="155143" y="415646"/>
                        </a:lnTo>
                        <a:cubicBezTo>
                          <a:pt x="149946" y="415107"/>
                          <a:pt x="146005" y="410711"/>
                          <a:pt x="146033" y="405486"/>
                        </a:cubicBezTo>
                        <a:lnTo>
                          <a:pt x="146033" y="361459"/>
                        </a:lnTo>
                        <a:cubicBezTo>
                          <a:pt x="146005" y="356233"/>
                          <a:pt x="149946" y="351837"/>
                          <a:pt x="155143" y="351299"/>
                        </a:cubicBezTo>
                        <a:lnTo>
                          <a:pt x="179832" y="348759"/>
                        </a:lnTo>
                        <a:cubicBezTo>
                          <a:pt x="182468" y="339476"/>
                          <a:pt x="186173" y="330532"/>
                          <a:pt x="190872" y="322106"/>
                        </a:cubicBezTo>
                        <a:lnTo>
                          <a:pt x="175294" y="303073"/>
                        </a:lnTo>
                        <a:cubicBezTo>
                          <a:pt x="172031" y="299046"/>
                          <a:pt x="172323" y="293207"/>
                          <a:pt x="175971" y="289526"/>
                        </a:cubicBezTo>
                        <a:lnTo>
                          <a:pt x="206993" y="258504"/>
                        </a:lnTo>
                        <a:cubicBezTo>
                          <a:pt x="210666" y="254847"/>
                          <a:pt x="216504" y="254538"/>
                          <a:pt x="220540" y="257793"/>
                        </a:cubicBezTo>
                        <a:lnTo>
                          <a:pt x="239776" y="273473"/>
                        </a:lnTo>
                        <a:cubicBezTo>
                          <a:pt x="248214" y="268762"/>
                          <a:pt x="257169" y="265047"/>
                          <a:pt x="266463" y="262399"/>
                        </a:cubicBezTo>
                        <a:lnTo>
                          <a:pt x="268969" y="237744"/>
                        </a:lnTo>
                        <a:cubicBezTo>
                          <a:pt x="269493" y="232532"/>
                          <a:pt x="273892" y="228573"/>
                          <a:pt x="279129" y="228600"/>
                        </a:cubicBezTo>
                        <a:lnTo>
                          <a:pt x="323156" y="228600"/>
                        </a:lnTo>
                        <a:cubicBezTo>
                          <a:pt x="328393" y="228573"/>
                          <a:pt x="332792" y="232532"/>
                          <a:pt x="333316" y="237744"/>
                        </a:cubicBezTo>
                        <a:lnTo>
                          <a:pt x="335822" y="262399"/>
                        </a:lnTo>
                        <a:cubicBezTo>
                          <a:pt x="345115" y="265047"/>
                          <a:pt x="354069" y="268762"/>
                          <a:pt x="362509" y="273473"/>
                        </a:cubicBezTo>
                        <a:lnTo>
                          <a:pt x="381745" y="257793"/>
                        </a:lnTo>
                        <a:cubicBezTo>
                          <a:pt x="385782" y="254538"/>
                          <a:pt x="391617" y="254847"/>
                          <a:pt x="395292" y="258504"/>
                        </a:cubicBezTo>
                        <a:lnTo>
                          <a:pt x="426314" y="289526"/>
                        </a:lnTo>
                        <a:cubicBezTo>
                          <a:pt x="429971" y="293201"/>
                          <a:pt x="430279" y="299036"/>
                          <a:pt x="427025" y="303073"/>
                        </a:cubicBezTo>
                        <a:lnTo>
                          <a:pt x="411344" y="322343"/>
                        </a:lnTo>
                        <a:cubicBezTo>
                          <a:pt x="416045" y="330769"/>
                          <a:pt x="419750" y="339713"/>
                          <a:pt x="422385" y="348996"/>
                        </a:cubicBezTo>
                        <a:lnTo>
                          <a:pt x="447074" y="351536"/>
                        </a:lnTo>
                        <a:cubicBezTo>
                          <a:pt x="452272" y="352075"/>
                          <a:pt x="456211" y="356470"/>
                          <a:pt x="456184" y="361696"/>
                        </a:cubicBezTo>
                        <a:lnTo>
                          <a:pt x="456184" y="405723"/>
                        </a:lnTo>
                        <a:cubicBezTo>
                          <a:pt x="456211" y="410948"/>
                          <a:pt x="452272" y="415344"/>
                          <a:pt x="447074" y="415883"/>
                        </a:cubicBezTo>
                        <a:lnTo>
                          <a:pt x="422385" y="418423"/>
                        </a:lnTo>
                        <a:cubicBezTo>
                          <a:pt x="421843" y="420421"/>
                          <a:pt x="421200" y="422385"/>
                          <a:pt x="420556" y="424349"/>
                        </a:cubicBezTo>
                        <a:lnTo>
                          <a:pt x="401218" y="417441"/>
                        </a:lnTo>
                        <a:cubicBezTo>
                          <a:pt x="402421" y="413837"/>
                          <a:pt x="403437" y="410176"/>
                          <a:pt x="404266" y="406468"/>
                        </a:cubicBezTo>
                        <a:cubicBezTo>
                          <a:pt x="405211" y="402180"/>
                          <a:pt x="408804" y="398983"/>
                          <a:pt x="413173" y="398543"/>
                        </a:cubicBezTo>
                        <a:lnTo>
                          <a:pt x="435762" y="396240"/>
                        </a:lnTo>
                        <a:lnTo>
                          <a:pt x="435762" y="370705"/>
                        </a:lnTo>
                        <a:lnTo>
                          <a:pt x="413173" y="368402"/>
                        </a:lnTo>
                        <a:cubicBezTo>
                          <a:pt x="408804" y="367961"/>
                          <a:pt x="405211" y="364764"/>
                          <a:pt x="404266" y="360477"/>
                        </a:cubicBezTo>
                        <a:cubicBezTo>
                          <a:pt x="401642" y="348454"/>
                          <a:pt x="396921" y="336990"/>
                          <a:pt x="390313" y="326610"/>
                        </a:cubicBezTo>
                        <a:cubicBezTo>
                          <a:pt x="387949" y="322915"/>
                          <a:pt x="388224" y="318123"/>
                          <a:pt x="390991" y="314723"/>
                        </a:cubicBezTo>
                        <a:lnTo>
                          <a:pt x="405350" y="297112"/>
                        </a:lnTo>
                        <a:lnTo>
                          <a:pt x="387299" y="279027"/>
                        </a:lnTo>
                        <a:lnTo>
                          <a:pt x="369655" y="293421"/>
                        </a:lnTo>
                        <a:cubicBezTo>
                          <a:pt x="366261" y="296171"/>
                          <a:pt x="361486" y="296445"/>
                          <a:pt x="357801" y="294098"/>
                        </a:cubicBezTo>
                        <a:cubicBezTo>
                          <a:pt x="347414" y="287498"/>
                          <a:pt x="335952" y="282766"/>
                          <a:pt x="323935" y="280111"/>
                        </a:cubicBezTo>
                        <a:cubicBezTo>
                          <a:pt x="319670" y="279160"/>
                          <a:pt x="316492" y="275587"/>
                          <a:pt x="316044" y="271238"/>
                        </a:cubicBezTo>
                        <a:lnTo>
                          <a:pt x="313741" y="248615"/>
                        </a:lnTo>
                        <a:lnTo>
                          <a:pt x="288341" y="248615"/>
                        </a:lnTo>
                        <a:lnTo>
                          <a:pt x="286004" y="271238"/>
                        </a:lnTo>
                        <a:cubicBezTo>
                          <a:pt x="285556" y="275587"/>
                          <a:pt x="282378" y="279160"/>
                          <a:pt x="278113" y="280111"/>
                        </a:cubicBezTo>
                        <a:cubicBezTo>
                          <a:pt x="266093" y="282756"/>
                          <a:pt x="254630" y="287491"/>
                          <a:pt x="244246" y="294098"/>
                        </a:cubicBezTo>
                        <a:cubicBezTo>
                          <a:pt x="240553" y="296462"/>
                          <a:pt x="235760" y="296188"/>
                          <a:pt x="232359" y="293421"/>
                        </a:cubicBezTo>
                        <a:lnTo>
                          <a:pt x="214715" y="279027"/>
                        </a:lnTo>
                        <a:lnTo>
                          <a:pt x="196664" y="297112"/>
                        </a:lnTo>
                        <a:lnTo>
                          <a:pt x="211023" y="314723"/>
                        </a:lnTo>
                        <a:cubicBezTo>
                          <a:pt x="213801" y="318116"/>
                          <a:pt x="214088" y="322909"/>
                          <a:pt x="211734" y="326610"/>
                        </a:cubicBezTo>
                        <a:cubicBezTo>
                          <a:pt x="205104" y="336983"/>
                          <a:pt x="200368" y="348447"/>
                          <a:pt x="197747" y="360477"/>
                        </a:cubicBezTo>
                        <a:cubicBezTo>
                          <a:pt x="196807" y="364754"/>
                          <a:pt x="193231" y="367948"/>
                          <a:pt x="188874" y="368402"/>
                        </a:cubicBezTo>
                        <a:lnTo>
                          <a:pt x="166251" y="370705"/>
                        </a:lnTo>
                        <a:lnTo>
                          <a:pt x="166251" y="396240"/>
                        </a:lnTo>
                        <a:lnTo>
                          <a:pt x="188874" y="398543"/>
                        </a:lnTo>
                        <a:cubicBezTo>
                          <a:pt x="193231" y="398997"/>
                          <a:pt x="196807" y="402190"/>
                          <a:pt x="197747" y="406468"/>
                        </a:cubicBezTo>
                        <a:cubicBezTo>
                          <a:pt x="200368" y="418497"/>
                          <a:pt x="205104" y="429961"/>
                          <a:pt x="211734" y="440334"/>
                        </a:cubicBezTo>
                        <a:cubicBezTo>
                          <a:pt x="214088" y="444036"/>
                          <a:pt x="213801" y="448828"/>
                          <a:pt x="211023" y="452222"/>
                        </a:cubicBezTo>
                        <a:lnTo>
                          <a:pt x="196664" y="469832"/>
                        </a:lnTo>
                        <a:lnTo>
                          <a:pt x="214715" y="487917"/>
                        </a:lnTo>
                        <a:lnTo>
                          <a:pt x="232359" y="473524"/>
                        </a:lnTo>
                        <a:cubicBezTo>
                          <a:pt x="235760" y="470757"/>
                          <a:pt x="240553" y="470483"/>
                          <a:pt x="244246" y="472846"/>
                        </a:cubicBezTo>
                        <a:cubicBezTo>
                          <a:pt x="254630" y="479454"/>
                          <a:pt x="266093" y="484188"/>
                          <a:pt x="278113" y="486833"/>
                        </a:cubicBezTo>
                        <a:cubicBezTo>
                          <a:pt x="282378" y="487785"/>
                          <a:pt x="285556" y="491358"/>
                          <a:pt x="286004" y="495706"/>
                        </a:cubicBezTo>
                        <a:lnTo>
                          <a:pt x="288341" y="518329"/>
                        </a:lnTo>
                        <a:lnTo>
                          <a:pt x="313876" y="518329"/>
                        </a:lnTo>
                        <a:lnTo>
                          <a:pt x="316179" y="495706"/>
                        </a:lnTo>
                        <a:cubicBezTo>
                          <a:pt x="316628" y="491358"/>
                          <a:pt x="319805" y="487785"/>
                          <a:pt x="324070" y="486833"/>
                        </a:cubicBezTo>
                        <a:cubicBezTo>
                          <a:pt x="336087" y="484178"/>
                          <a:pt x="347550" y="479447"/>
                          <a:pt x="357937" y="472846"/>
                        </a:cubicBezTo>
                        <a:cubicBezTo>
                          <a:pt x="361621" y="470499"/>
                          <a:pt x="366397" y="470774"/>
                          <a:pt x="369790" y="473524"/>
                        </a:cubicBezTo>
                        <a:lnTo>
                          <a:pt x="387435" y="487917"/>
                        </a:lnTo>
                        <a:lnTo>
                          <a:pt x="405486" y="469832"/>
                        </a:lnTo>
                        <a:lnTo>
                          <a:pt x="391126" y="452222"/>
                        </a:lnTo>
                        <a:cubicBezTo>
                          <a:pt x="388359" y="448821"/>
                          <a:pt x="388085" y="444029"/>
                          <a:pt x="390449" y="440334"/>
                        </a:cubicBezTo>
                        <a:cubicBezTo>
                          <a:pt x="391871" y="438099"/>
                          <a:pt x="393226" y="435762"/>
                          <a:pt x="394479" y="433392"/>
                        </a:cubicBezTo>
                        <a:lnTo>
                          <a:pt x="406400" y="439759"/>
                        </a:lnTo>
                        <a:lnTo>
                          <a:pt x="406874" y="439386"/>
                        </a:lnTo>
                        <a:lnTo>
                          <a:pt x="407822" y="440538"/>
                        </a:lnTo>
                        <a:lnTo>
                          <a:pt x="412394" y="442976"/>
                        </a:lnTo>
                        <a:lnTo>
                          <a:pt x="411378" y="444873"/>
                        </a:lnTo>
                        <a:lnTo>
                          <a:pt x="427059" y="464143"/>
                        </a:lnTo>
                        <a:cubicBezTo>
                          <a:pt x="430313" y="468180"/>
                          <a:pt x="430005" y="474015"/>
                          <a:pt x="426347" y="477689"/>
                        </a:cubicBezTo>
                        <a:lnTo>
                          <a:pt x="395326" y="508711"/>
                        </a:lnTo>
                        <a:cubicBezTo>
                          <a:pt x="391651" y="512369"/>
                          <a:pt x="385816" y="512677"/>
                          <a:pt x="381779" y="509422"/>
                        </a:cubicBezTo>
                        <a:lnTo>
                          <a:pt x="362543" y="493742"/>
                        </a:lnTo>
                        <a:cubicBezTo>
                          <a:pt x="354103" y="498453"/>
                          <a:pt x="345149" y="502168"/>
                          <a:pt x="335856" y="504817"/>
                        </a:cubicBezTo>
                        <a:lnTo>
                          <a:pt x="333350" y="529471"/>
                        </a:lnTo>
                        <a:cubicBezTo>
                          <a:pt x="332826" y="534684"/>
                          <a:pt x="328427" y="538643"/>
                          <a:pt x="323190" y="538615"/>
                        </a:cubicBezTo>
                        <a:lnTo>
                          <a:pt x="279163" y="538615"/>
                        </a:lnTo>
                        <a:cubicBezTo>
                          <a:pt x="273926" y="538643"/>
                          <a:pt x="269526" y="534684"/>
                          <a:pt x="269003" y="529471"/>
                        </a:cubicBezTo>
                        <a:lnTo>
                          <a:pt x="266497" y="504817"/>
                        </a:lnTo>
                        <a:cubicBezTo>
                          <a:pt x="257203" y="502168"/>
                          <a:pt x="248248" y="498453"/>
                          <a:pt x="239810" y="493742"/>
                        </a:cubicBezTo>
                        <a:lnTo>
                          <a:pt x="220574" y="509422"/>
                        </a:lnTo>
                        <a:cubicBezTo>
                          <a:pt x="216523" y="512687"/>
                          <a:pt x="210661" y="512365"/>
                          <a:pt x="206993" y="508677"/>
                        </a:cubicBezTo>
                        <a:close/>
                        <a:moveTo>
                          <a:pt x="245059" y="383574"/>
                        </a:moveTo>
                        <a:cubicBezTo>
                          <a:pt x="245059" y="414528"/>
                          <a:pt x="270153" y="439623"/>
                          <a:pt x="301109" y="439623"/>
                        </a:cubicBezTo>
                        <a:cubicBezTo>
                          <a:pt x="332064" y="439623"/>
                          <a:pt x="357158" y="414528"/>
                          <a:pt x="357158" y="383574"/>
                        </a:cubicBezTo>
                        <a:cubicBezTo>
                          <a:pt x="357158" y="352620"/>
                          <a:pt x="332064" y="327525"/>
                          <a:pt x="301109" y="327525"/>
                        </a:cubicBezTo>
                        <a:cubicBezTo>
                          <a:pt x="270161" y="327545"/>
                          <a:pt x="245078" y="352627"/>
                          <a:pt x="245059" y="383574"/>
                        </a:cubicBezTo>
                        <a:close/>
                        <a:moveTo>
                          <a:pt x="336838" y="383574"/>
                        </a:moveTo>
                        <a:cubicBezTo>
                          <a:pt x="336838" y="403308"/>
                          <a:pt x="320841" y="419303"/>
                          <a:pt x="301109" y="419303"/>
                        </a:cubicBezTo>
                        <a:cubicBezTo>
                          <a:pt x="281376" y="419303"/>
                          <a:pt x="265379" y="403308"/>
                          <a:pt x="265379" y="383574"/>
                        </a:cubicBezTo>
                        <a:cubicBezTo>
                          <a:pt x="265379" y="363840"/>
                          <a:pt x="281376" y="347845"/>
                          <a:pt x="301109" y="347845"/>
                        </a:cubicBezTo>
                        <a:cubicBezTo>
                          <a:pt x="320833" y="347865"/>
                          <a:pt x="336819" y="363850"/>
                          <a:pt x="336838" y="383574"/>
                        </a:cubicBezTo>
                        <a:close/>
                        <a:moveTo>
                          <a:pt x="144407" y="134383"/>
                        </a:moveTo>
                        <a:cubicBezTo>
                          <a:pt x="173174" y="134383"/>
                          <a:pt x="196494" y="111063"/>
                          <a:pt x="196494" y="82296"/>
                        </a:cubicBezTo>
                        <a:cubicBezTo>
                          <a:pt x="196494" y="53529"/>
                          <a:pt x="173174" y="30209"/>
                          <a:pt x="144407" y="30209"/>
                        </a:cubicBezTo>
                        <a:cubicBezTo>
                          <a:pt x="115693" y="30209"/>
                          <a:pt x="92395" y="53447"/>
                          <a:pt x="92320" y="82161"/>
                        </a:cubicBezTo>
                        <a:cubicBezTo>
                          <a:pt x="92283" y="110965"/>
                          <a:pt x="115603" y="134346"/>
                          <a:pt x="144407" y="134383"/>
                        </a:cubicBezTo>
                        <a:close/>
                        <a:moveTo>
                          <a:pt x="144407" y="50529"/>
                        </a:moveTo>
                        <a:cubicBezTo>
                          <a:pt x="161952" y="50529"/>
                          <a:pt x="176174" y="64752"/>
                          <a:pt x="176174" y="82296"/>
                        </a:cubicBezTo>
                        <a:cubicBezTo>
                          <a:pt x="176174" y="99841"/>
                          <a:pt x="161951" y="114063"/>
                          <a:pt x="144407" y="114063"/>
                        </a:cubicBezTo>
                        <a:cubicBezTo>
                          <a:pt x="126862" y="114063"/>
                          <a:pt x="112640" y="99840"/>
                          <a:pt x="112640" y="82296"/>
                        </a:cubicBezTo>
                        <a:cubicBezTo>
                          <a:pt x="112640" y="82251"/>
                          <a:pt x="112640" y="82206"/>
                          <a:pt x="112640" y="82161"/>
                        </a:cubicBezTo>
                        <a:cubicBezTo>
                          <a:pt x="112734" y="64677"/>
                          <a:pt x="126923" y="50547"/>
                          <a:pt x="144407" y="50529"/>
                        </a:cubicBezTo>
                        <a:close/>
                        <a:moveTo>
                          <a:pt x="52155" y="283769"/>
                        </a:moveTo>
                        <a:cubicBezTo>
                          <a:pt x="80921" y="283748"/>
                          <a:pt x="104226" y="260414"/>
                          <a:pt x="104208" y="231648"/>
                        </a:cubicBezTo>
                        <a:cubicBezTo>
                          <a:pt x="104189" y="202881"/>
                          <a:pt x="80854" y="179576"/>
                          <a:pt x="52087" y="179595"/>
                        </a:cubicBezTo>
                        <a:cubicBezTo>
                          <a:pt x="23333" y="179614"/>
                          <a:pt x="34" y="202928"/>
                          <a:pt x="34" y="231682"/>
                        </a:cubicBezTo>
                        <a:cubicBezTo>
                          <a:pt x="71" y="260445"/>
                          <a:pt x="23390" y="283748"/>
                          <a:pt x="52155" y="283769"/>
                        </a:cubicBezTo>
                        <a:close/>
                        <a:moveTo>
                          <a:pt x="52155" y="199915"/>
                        </a:moveTo>
                        <a:cubicBezTo>
                          <a:pt x="69699" y="199934"/>
                          <a:pt x="83906" y="214171"/>
                          <a:pt x="83888" y="231716"/>
                        </a:cubicBezTo>
                        <a:cubicBezTo>
                          <a:pt x="83869" y="249259"/>
                          <a:pt x="69631" y="263469"/>
                          <a:pt x="52087" y="263449"/>
                        </a:cubicBezTo>
                        <a:cubicBezTo>
                          <a:pt x="34556" y="263428"/>
                          <a:pt x="20354" y="249215"/>
                          <a:pt x="20354" y="231682"/>
                        </a:cubicBezTo>
                        <a:cubicBezTo>
                          <a:pt x="20373" y="214132"/>
                          <a:pt x="34605" y="199915"/>
                          <a:pt x="52155" y="199915"/>
                        </a:cubicBezTo>
                        <a:close/>
                        <a:moveTo>
                          <a:pt x="114334" y="440775"/>
                        </a:moveTo>
                        <a:cubicBezTo>
                          <a:pt x="85567" y="440775"/>
                          <a:pt x="62247" y="464095"/>
                          <a:pt x="62247" y="492862"/>
                        </a:cubicBezTo>
                        <a:cubicBezTo>
                          <a:pt x="62247" y="521628"/>
                          <a:pt x="85567" y="544949"/>
                          <a:pt x="114334" y="544949"/>
                        </a:cubicBezTo>
                        <a:cubicBezTo>
                          <a:pt x="143101" y="544949"/>
                          <a:pt x="166421" y="521628"/>
                          <a:pt x="166421" y="492862"/>
                        </a:cubicBezTo>
                        <a:cubicBezTo>
                          <a:pt x="166384" y="464109"/>
                          <a:pt x="143085" y="440812"/>
                          <a:pt x="114334" y="440775"/>
                        </a:cubicBezTo>
                        <a:close/>
                        <a:moveTo>
                          <a:pt x="114334" y="524629"/>
                        </a:moveTo>
                        <a:cubicBezTo>
                          <a:pt x="96790" y="524629"/>
                          <a:pt x="82567" y="510405"/>
                          <a:pt x="82567" y="492862"/>
                        </a:cubicBezTo>
                        <a:cubicBezTo>
                          <a:pt x="82567" y="475319"/>
                          <a:pt x="96790" y="461095"/>
                          <a:pt x="114334" y="461095"/>
                        </a:cubicBezTo>
                        <a:cubicBezTo>
                          <a:pt x="131878" y="461095"/>
                          <a:pt x="146101" y="475319"/>
                          <a:pt x="146101" y="492862"/>
                        </a:cubicBezTo>
                        <a:cubicBezTo>
                          <a:pt x="146064" y="510391"/>
                          <a:pt x="131863" y="524591"/>
                          <a:pt x="114334" y="524629"/>
                        </a:cubicBezTo>
                        <a:close/>
                        <a:moveTo>
                          <a:pt x="299957" y="636389"/>
                        </a:moveTo>
                        <a:cubicBezTo>
                          <a:pt x="299957" y="607622"/>
                          <a:pt x="276637" y="584302"/>
                          <a:pt x="247870" y="584302"/>
                        </a:cubicBezTo>
                        <a:cubicBezTo>
                          <a:pt x="219103" y="584302"/>
                          <a:pt x="195783" y="607622"/>
                          <a:pt x="195783" y="636389"/>
                        </a:cubicBezTo>
                        <a:cubicBezTo>
                          <a:pt x="195783" y="665155"/>
                          <a:pt x="219103" y="688475"/>
                          <a:pt x="247870" y="688475"/>
                        </a:cubicBezTo>
                        <a:cubicBezTo>
                          <a:pt x="276582" y="688438"/>
                          <a:pt x="299864" y="665202"/>
                          <a:pt x="299957" y="636490"/>
                        </a:cubicBezTo>
                        <a:close/>
                        <a:moveTo>
                          <a:pt x="247870" y="668155"/>
                        </a:moveTo>
                        <a:cubicBezTo>
                          <a:pt x="230326" y="668155"/>
                          <a:pt x="216103" y="653931"/>
                          <a:pt x="216103" y="636389"/>
                        </a:cubicBezTo>
                        <a:cubicBezTo>
                          <a:pt x="216103" y="618846"/>
                          <a:pt x="230326" y="604622"/>
                          <a:pt x="247870" y="604622"/>
                        </a:cubicBezTo>
                        <a:cubicBezTo>
                          <a:pt x="265414" y="604622"/>
                          <a:pt x="279637" y="618846"/>
                          <a:pt x="279637" y="636389"/>
                        </a:cubicBezTo>
                        <a:cubicBezTo>
                          <a:pt x="279693" y="653931"/>
                          <a:pt x="265516" y="668200"/>
                          <a:pt x="247972" y="668257"/>
                        </a:cubicBezTo>
                        <a:cubicBezTo>
                          <a:pt x="247938" y="668257"/>
                          <a:pt x="247904" y="668257"/>
                          <a:pt x="247870" y="668257"/>
                        </a:cubicBezTo>
                        <a:close/>
                        <a:moveTo>
                          <a:pt x="52155" y="657894"/>
                        </a:moveTo>
                        <a:cubicBezTo>
                          <a:pt x="23388" y="657857"/>
                          <a:pt x="37" y="681147"/>
                          <a:pt x="0" y="709913"/>
                        </a:cubicBezTo>
                        <a:cubicBezTo>
                          <a:pt x="-37" y="738679"/>
                          <a:pt x="23252" y="762030"/>
                          <a:pt x="52019" y="762068"/>
                        </a:cubicBezTo>
                        <a:cubicBezTo>
                          <a:pt x="80786" y="762105"/>
                          <a:pt x="104137" y="738815"/>
                          <a:pt x="104174" y="710049"/>
                        </a:cubicBezTo>
                        <a:cubicBezTo>
                          <a:pt x="104174" y="710005"/>
                          <a:pt x="104174" y="709957"/>
                          <a:pt x="104174" y="709913"/>
                        </a:cubicBezTo>
                        <a:cubicBezTo>
                          <a:pt x="104081" y="681221"/>
                          <a:pt x="80845" y="657985"/>
                          <a:pt x="52155" y="657894"/>
                        </a:cubicBezTo>
                        <a:close/>
                        <a:moveTo>
                          <a:pt x="52155" y="741748"/>
                        </a:moveTo>
                        <a:cubicBezTo>
                          <a:pt x="34610" y="741785"/>
                          <a:pt x="20357" y="727591"/>
                          <a:pt x="20320" y="710049"/>
                        </a:cubicBezTo>
                        <a:cubicBezTo>
                          <a:pt x="20283" y="692506"/>
                          <a:pt x="34475" y="678251"/>
                          <a:pt x="52019" y="678214"/>
                        </a:cubicBezTo>
                        <a:cubicBezTo>
                          <a:pt x="69563" y="678177"/>
                          <a:pt x="83816" y="692370"/>
                          <a:pt x="83854" y="709913"/>
                        </a:cubicBezTo>
                        <a:cubicBezTo>
                          <a:pt x="83817" y="727415"/>
                          <a:pt x="69657" y="741606"/>
                          <a:pt x="52155" y="741680"/>
                        </a:cubicBezTo>
                        <a:close/>
                        <a:moveTo>
                          <a:pt x="227719" y="520869"/>
                        </a:moveTo>
                        <a:lnTo>
                          <a:pt x="248039" y="520869"/>
                        </a:lnTo>
                        <a:lnTo>
                          <a:pt x="248039" y="555617"/>
                        </a:lnTo>
                        <a:lnTo>
                          <a:pt x="227719" y="555617"/>
                        </a:lnTo>
                        <a:close/>
                        <a:moveTo>
                          <a:pt x="62315" y="113182"/>
                        </a:moveTo>
                        <a:lnTo>
                          <a:pt x="41995" y="113182"/>
                        </a:lnTo>
                        <a:lnTo>
                          <a:pt x="41995" y="12531"/>
                        </a:lnTo>
                        <a:lnTo>
                          <a:pt x="62315" y="12531"/>
                        </a:lnTo>
                        <a:close/>
                        <a:moveTo>
                          <a:pt x="134247" y="209194"/>
                        </a:moveTo>
                        <a:lnTo>
                          <a:pt x="154567" y="209194"/>
                        </a:lnTo>
                        <a:lnTo>
                          <a:pt x="154567" y="309846"/>
                        </a:lnTo>
                        <a:lnTo>
                          <a:pt x="134247" y="309846"/>
                        </a:lnTo>
                        <a:close/>
                        <a:moveTo>
                          <a:pt x="134247" y="609261"/>
                        </a:moveTo>
                        <a:lnTo>
                          <a:pt x="154567" y="609261"/>
                        </a:lnTo>
                        <a:lnTo>
                          <a:pt x="154567" y="709913"/>
                        </a:lnTo>
                        <a:lnTo>
                          <a:pt x="134247" y="709913"/>
                        </a:lnTo>
                        <a:close/>
                        <a:moveTo>
                          <a:pt x="41995" y="629039"/>
                        </a:moveTo>
                        <a:lnTo>
                          <a:pt x="41995" y="555549"/>
                        </a:lnTo>
                        <a:lnTo>
                          <a:pt x="62315" y="555549"/>
                        </a:lnTo>
                        <a:lnTo>
                          <a:pt x="62315" y="629039"/>
                        </a:lnTo>
                        <a:close/>
                        <a:moveTo>
                          <a:pt x="237913" y="124223"/>
                        </a:moveTo>
                        <a:lnTo>
                          <a:pt x="217593" y="124223"/>
                        </a:lnTo>
                        <a:lnTo>
                          <a:pt x="217593" y="82161"/>
                        </a:lnTo>
                        <a:lnTo>
                          <a:pt x="237913" y="82161"/>
                        </a:lnTo>
                        <a:close/>
                      </a:path>
                    </a:pathLst>
                  </a:custGeom>
                  <a:solidFill>
                    <a:srgbClr val="000000"/>
                  </a:solidFill>
                  <a:ln w="3175" cap="flat">
                    <a:noFill/>
                    <a:prstDash val="solid"/>
                    <a:miter/>
                  </a:ln>
                </p:spPr>
                <p:txBody>
                  <a:bodyPr rtlCol="0" anchor="ctr"/>
                  <a:lstStyle/>
                  <a:p>
                    <a:endParaRPr lang="en-US"/>
                  </a:p>
                </p:txBody>
              </p:sp>
            </p:grpSp>
          </p:grpSp>
          <p:grpSp>
            <p:nvGrpSpPr>
              <p:cNvPr id="37" name="Group 36">
                <a:extLst>
                  <a:ext uri="{FF2B5EF4-FFF2-40B4-BE49-F238E27FC236}">
                    <a16:creationId xmlns:a16="http://schemas.microsoft.com/office/drawing/2014/main" id="{D818E376-2723-C5FF-2AA0-CB244928EACA}"/>
                  </a:ext>
                </a:extLst>
              </p:cNvPr>
              <p:cNvGrpSpPr/>
              <p:nvPr/>
            </p:nvGrpSpPr>
            <p:grpSpPr>
              <a:xfrm>
                <a:off x="798999" y="2264884"/>
                <a:ext cx="2416976" cy="1828215"/>
                <a:chOff x="6393496" y="2598718"/>
                <a:chExt cx="2416976" cy="1828215"/>
              </a:xfrm>
            </p:grpSpPr>
            <p:sp>
              <p:nvSpPr>
                <p:cNvPr id="12" name="TextBox 11">
                  <a:extLst>
                    <a:ext uri="{FF2B5EF4-FFF2-40B4-BE49-F238E27FC236}">
                      <a16:creationId xmlns:a16="http://schemas.microsoft.com/office/drawing/2014/main" id="{BFEA7158-7053-C95D-A3AC-77CDF67EC377}"/>
                    </a:ext>
                  </a:extLst>
                </p:cNvPr>
                <p:cNvSpPr txBox="1"/>
                <p:nvPr/>
              </p:nvSpPr>
              <p:spPr>
                <a:xfrm>
                  <a:off x="6794712" y="3594817"/>
                  <a:ext cx="1826141" cy="461665"/>
                </a:xfrm>
                <a:prstGeom prst="rect">
                  <a:avLst/>
                </a:prstGeom>
                <a:noFill/>
              </p:spPr>
              <p:txBody>
                <a:bodyPr wrap="none" rtlCol="0">
                  <a:spAutoFit/>
                </a:bodyPr>
                <a:lstStyle/>
                <a:p>
                  <a:r>
                    <a:rPr lang="en-US" sz="2400" b="1" dirty="0"/>
                    <a:t>XXXXXXXX</a:t>
                  </a:r>
                </a:p>
              </p:txBody>
            </p:sp>
            <p:sp>
              <p:nvSpPr>
                <p:cNvPr id="30" name="TextBox 29">
                  <a:extLst>
                    <a:ext uri="{FF2B5EF4-FFF2-40B4-BE49-F238E27FC236}">
                      <a16:creationId xmlns:a16="http://schemas.microsoft.com/office/drawing/2014/main" id="{D9CD73D6-B112-B12D-09C3-0A4913100D04}"/>
                    </a:ext>
                  </a:extLst>
                </p:cNvPr>
                <p:cNvSpPr txBox="1"/>
                <p:nvPr/>
              </p:nvSpPr>
              <p:spPr>
                <a:xfrm>
                  <a:off x="6393496" y="4149934"/>
                  <a:ext cx="2416976" cy="276999"/>
                </a:xfrm>
                <a:prstGeom prst="rect">
                  <a:avLst/>
                </a:prstGeom>
                <a:noFill/>
              </p:spPr>
              <p:txBody>
                <a:bodyPr wrap="square" rtlCol="0">
                  <a:spAutoFit/>
                </a:bodyPr>
                <a:lstStyle/>
                <a:p>
                  <a:pPr marL="285750" indent="-285750">
                    <a:buFont typeface="Arial" panose="020B0604020202020204" pitchFamily="34" charset="0"/>
                    <a:buChar char="•"/>
                  </a:pPr>
                  <a:r>
                    <a:rPr lang="en-US" sz="1200" b="1" dirty="0"/>
                    <a:t>X</a:t>
                  </a:r>
                  <a:endParaRPr lang="en-US" sz="1200" baseline="30000" dirty="0"/>
                </a:p>
              </p:txBody>
            </p:sp>
            <p:sp>
              <p:nvSpPr>
                <p:cNvPr id="25" name="Freeform 66">
                  <a:extLst>
                    <a:ext uri="{FF2B5EF4-FFF2-40B4-BE49-F238E27FC236}">
                      <a16:creationId xmlns:a16="http://schemas.microsoft.com/office/drawing/2014/main" id="{9501BB1B-566A-9426-F403-2C863342ECDF}"/>
                    </a:ext>
                  </a:extLst>
                </p:cNvPr>
                <p:cNvSpPr/>
                <p:nvPr/>
              </p:nvSpPr>
              <p:spPr>
                <a:xfrm rot="12055440">
                  <a:off x="7464848" y="2598718"/>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pic>
              <p:nvPicPr>
                <p:cNvPr id="27" name="Graphic 26" descr="Classroom outline">
                  <a:extLst>
                    <a:ext uri="{FF2B5EF4-FFF2-40B4-BE49-F238E27FC236}">
                      <a16:creationId xmlns:a16="http://schemas.microsoft.com/office/drawing/2014/main" id="{54EA68EA-1EA5-34B7-3A62-E636998483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9387" y="3001025"/>
                  <a:ext cx="363656" cy="363656"/>
                </a:xfrm>
                <a:prstGeom prst="rect">
                  <a:avLst/>
                </a:prstGeom>
              </p:spPr>
            </p:pic>
          </p:grpSp>
          <p:grpSp>
            <p:nvGrpSpPr>
              <p:cNvPr id="39" name="Group 38">
                <a:extLst>
                  <a:ext uri="{FF2B5EF4-FFF2-40B4-BE49-F238E27FC236}">
                    <a16:creationId xmlns:a16="http://schemas.microsoft.com/office/drawing/2014/main" id="{527DD32C-8F82-1381-01AF-2E7A2EAFCEE3}"/>
                  </a:ext>
                </a:extLst>
              </p:cNvPr>
              <p:cNvGrpSpPr/>
              <p:nvPr/>
            </p:nvGrpSpPr>
            <p:grpSpPr>
              <a:xfrm>
                <a:off x="3523880" y="2686559"/>
                <a:ext cx="2416976" cy="1972165"/>
                <a:chOff x="800268" y="2076466"/>
                <a:chExt cx="2416976" cy="1972165"/>
              </a:xfrm>
            </p:grpSpPr>
            <p:sp>
              <p:nvSpPr>
                <p:cNvPr id="8" name="Freeform 64">
                  <a:extLst>
                    <a:ext uri="{FF2B5EF4-FFF2-40B4-BE49-F238E27FC236}">
                      <a16:creationId xmlns:a16="http://schemas.microsoft.com/office/drawing/2014/main" id="{1B5F8188-0A80-0A6A-D090-80CB9CF23587}"/>
                    </a:ext>
                  </a:extLst>
                </p:cNvPr>
                <p:cNvSpPr/>
                <p:nvPr/>
              </p:nvSpPr>
              <p:spPr>
                <a:xfrm rot="1394799" flipV="1">
                  <a:off x="1750728" y="2076466"/>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TextBox 19">
                  <a:extLst>
                    <a:ext uri="{FF2B5EF4-FFF2-40B4-BE49-F238E27FC236}">
                      <a16:creationId xmlns:a16="http://schemas.microsoft.com/office/drawing/2014/main" id="{454972A5-3C40-473A-C6D7-2A1918A0541C}"/>
                    </a:ext>
                  </a:extLst>
                </p:cNvPr>
                <p:cNvSpPr txBox="1"/>
                <p:nvPr/>
              </p:nvSpPr>
              <p:spPr>
                <a:xfrm>
                  <a:off x="1223124" y="3155189"/>
                  <a:ext cx="1415772" cy="461665"/>
                </a:xfrm>
                <a:prstGeom prst="rect">
                  <a:avLst/>
                </a:prstGeom>
                <a:noFill/>
              </p:spPr>
              <p:txBody>
                <a:bodyPr wrap="none" rtlCol="0">
                  <a:spAutoFit/>
                </a:bodyPr>
                <a:lstStyle/>
                <a:p>
                  <a:r>
                    <a:rPr lang="en-US" sz="2400" b="1" dirty="0"/>
                    <a:t>XXXXXX</a:t>
                  </a:r>
                </a:p>
              </p:txBody>
            </p:sp>
            <p:sp>
              <p:nvSpPr>
                <p:cNvPr id="28" name="TextBox 27">
                  <a:extLst>
                    <a:ext uri="{FF2B5EF4-FFF2-40B4-BE49-F238E27FC236}">
                      <a16:creationId xmlns:a16="http://schemas.microsoft.com/office/drawing/2014/main" id="{F3CE4861-1B50-3023-3E22-83B7C652CC7C}"/>
                    </a:ext>
                  </a:extLst>
                </p:cNvPr>
                <p:cNvSpPr txBox="1"/>
                <p:nvPr/>
              </p:nvSpPr>
              <p:spPr>
                <a:xfrm>
                  <a:off x="800268" y="3771632"/>
                  <a:ext cx="2416976" cy="276999"/>
                </a:xfrm>
                <a:prstGeom prst="rect">
                  <a:avLst/>
                </a:prstGeom>
                <a:noFill/>
              </p:spPr>
              <p:txBody>
                <a:bodyPr wrap="square" rtlCol="0">
                  <a:spAutoFit/>
                </a:bodyPr>
                <a:lstStyle/>
                <a:p>
                  <a:pPr marL="285750" indent="-285750">
                    <a:buFont typeface="Arial" panose="020B0604020202020204" pitchFamily="34" charset="0"/>
                    <a:buChar char="•"/>
                  </a:pPr>
                  <a:r>
                    <a:rPr lang="en-US" sz="1200" dirty="0"/>
                    <a:t>X</a:t>
                  </a:r>
                  <a:r>
                    <a:rPr lang="en-US" sz="1200" baseline="30000" dirty="0"/>
                    <a:t>2</a:t>
                  </a:r>
                </a:p>
              </p:txBody>
            </p:sp>
            <p:pic>
              <p:nvPicPr>
                <p:cNvPr id="34" name="Graphic 33" descr="Ui Ux outline">
                  <a:extLst>
                    <a:ext uri="{FF2B5EF4-FFF2-40B4-BE49-F238E27FC236}">
                      <a16:creationId xmlns:a16="http://schemas.microsoft.com/office/drawing/2014/main" id="{CDA211AC-4469-228E-F642-56A221AFCE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53772" y="2448916"/>
                  <a:ext cx="420156" cy="420156"/>
                </a:xfrm>
                <a:prstGeom prst="rect">
                  <a:avLst/>
                </a:prstGeom>
              </p:spPr>
            </p:pic>
          </p:grpSp>
        </p:grpSp>
      </p:grpSp>
    </p:spTree>
    <p:extLst>
      <p:ext uri="{BB962C8B-B14F-4D97-AF65-F5344CB8AC3E}">
        <p14:creationId xmlns:p14="http://schemas.microsoft.com/office/powerpoint/2010/main" val="4190454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CD1CE796-46B6-E418-606B-2260099C55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59" name="Object 58" hidden="1">
                        <a:extLst>
                          <a:ext uri="{FF2B5EF4-FFF2-40B4-BE49-F238E27FC236}">
                            <a16:creationId xmlns:a16="http://schemas.microsoft.com/office/drawing/2014/main" id="{CD1CE796-46B6-E418-606B-2260099C554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2">
            <a:extLst>
              <a:ext uri="{FF2B5EF4-FFF2-40B4-BE49-F238E27FC236}">
                <a16:creationId xmlns:a16="http://schemas.microsoft.com/office/drawing/2014/main" id="{23FEF6B6-7382-6CEB-CBEE-CA7AD859974D}"/>
              </a:ext>
            </a:extLst>
          </p:cNvPr>
          <p:cNvSpPr txBox="1">
            <a:spLocks/>
          </p:cNvSpPr>
          <p:nvPr/>
        </p:nvSpPr>
        <p:spPr bwMode="gray">
          <a:xfrm>
            <a:off x="380999" y="181938"/>
            <a:ext cx="8899693"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de-DE" b="1" i="0" u="none" strike="noStrike" kern="1200" cap="none" spc="0" normalizeH="0" baseline="0" noProof="0" dirty="0" err="1">
                <a:ln>
                  <a:noFill/>
                </a:ln>
                <a:gradFill>
                  <a:gsLst>
                    <a:gs pos="0">
                      <a:srgbClr val="1555FD"/>
                    </a:gs>
                    <a:gs pos="100000">
                      <a:srgbClr val="5680F8"/>
                    </a:gs>
                  </a:gsLst>
                  <a:lin ang="10800000" scaled="1"/>
                </a:gradFill>
                <a:effectLst/>
                <a:uLnTx/>
                <a:uFillTx/>
                <a:latin typeface="Arial" panose="020B0604020202020204"/>
                <a:ea typeface="+mj-ea"/>
                <a:cs typeface="Poppins"/>
              </a:rPr>
              <a:t>xxxxxxxxx</a:t>
            </a:r>
            <a:endParaRPr kumimoji="0" lang="en-US" b="1" i="0" u="none" strike="noStrike" kern="1200" cap="none" spc="0" normalizeH="0" baseline="0" noProof="0" dirty="0">
              <a:ln>
                <a:noFill/>
              </a:ln>
              <a:gradFill>
                <a:gsLst>
                  <a:gs pos="0">
                    <a:srgbClr val="1555FD"/>
                  </a:gs>
                  <a:gs pos="100000">
                    <a:srgbClr val="5680F8"/>
                  </a:gs>
                </a:gsLst>
                <a:lin ang="10800000" scaled="1"/>
              </a:gradFill>
              <a:effectLst/>
              <a:uLnTx/>
              <a:uFillTx/>
              <a:latin typeface="Arial" panose="020B0604020202020204"/>
              <a:ea typeface="+mj-ea"/>
              <a:cs typeface="Poppins"/>
            </a:endParaRPr>
          </a:p>
        </p:txBody>
      </p:sp>
      <p:sp>
        <p:nvSpPr>
          <p:cNvPr id="11" name="ee4pHeader1">
            <a:extLst>
              <a:ext uri="{FF2B5EF4-FFF2-40B4-BE49-F238E27FC236}">
                <a16:creationId xmlns:a16="http://schemas.microsoft.com/office/drawing/2014/main" id="{BCAAA0C4-1079-D06B-2E12-F5C5C47AD9FA}"/>
              </a:ext>
            </a:extLst>
          </p:cNvPr>
          <p:cNvSpPr/>
          <p:nvPr>
            <p:custDataLst>
              <p:tags r:id="rId2"/>
            </p:custDataLst>
          </p:nvPr>
        </p:nvSpPr>
        <p:spPr bwMode="auto">
          <a:xfrm>
            <a:off x="514349" y="1717677"/>
            <a:ext cx="3786277" cy="792227"/>
          </a:xfrm>
          <a:prstGeom prst="homePlate">
            <a:avLst>
              <a:gd name="adj" fmla="val 19696"/>
            </a:avLst>
          </a:prstGeom>
          <a:solidFill>
            <a:schemeClr val="accent6">
              <a:lumMod val="20000"/>
              <a:lumOff val="80000"/>
            </a:schemeClr>
          </a:solidFill>
          <a:ln w="9525" cmpd="sng">
            <a:noFill/>
            <a:prstDash val="solid"/>
            <a:miter lim="800000"/>
            <a:headEnd/>
            <a:tailEnd/>
          </a:ln>
          <a:effectLst/>
        </p:spPr>
        <p:txBody>
          <a:bodyPr lIns="90000" tIns="46800" rIns="90000" bIns="46800" anchor="ctr"/>
          <a:lstStyle/>
          <a:p>
            <a:pPr algn="ctr">
              <a:spcBef>
                <a:spcPct val="0"/>
              </a:spcBef>
              <a:spcAft>
                <a:spcPct val="0"/>
              </a:spcAft>
              <a:buClrTx/>
            </a:pPr>
            <a:r>
              <a:rPr lang="de-DE" sz="1600" b="1" dirty="0" err="1"/>
              <a:t>xxxxxxxxxx</a:t>
            </a:r>
            <a:endParaRPr lang="de-DE" sz="1600" b="1" dirty="0"/>
          </a:p>
        </p:txBody>
      </p:sp>
      <p:sp>
        <p:nvSpPr>
          <p:cNvPr id="12" name="ee4pHeader2">
            <a:extLst>
              <a:ext uri="{FF2B5EF4-FFF2-40B4-BE49-F238E27FC236}">
                <a16:creationId xmlns:a16="http://schemas.microsoft.com/office/drawing/2014/main" id="{B49ED0C2-3275-46BB-A4FB-3F7F3F56E5D4}"/>
              </a:ext>
            </a:extLst>
          </p:cNvPr>
          <p:cNvSpPr/>
          <p:nvPr>
            <p:custDataLst>
              <p:tags r:id="rId3"/>
            </p:custDataLst>
          </p:nvPr>
        </p:nvSpPr>
        <p:spPr bwMode="auto">
          <a:xfrm>
            <a:off x="4198597" y="1717677"/>
            <a:ext cx="3786276" cy="792227"/>
          </a:xfrm>
          <a:prstGeom prst="chevron">
            <a:avLst>
              <a:gd name="adj" fmla="val 19696"/>
            </a:avLst>
          </a:prstGeom>
          <a:solidFill>
            <a:schemeClr val="accent6">
              <a:lumMod val="60000"/>
              <a:lumOff val="40000"/>
            </a:schemeClr>
          </a:solidFill>
          <a:ln w="9525" cmpd="sng">
            <a:noFill/>
            <a:prstDash val="solid"/>
            <a:miter lim="800000"/>
            <a:headEnd/>
            <a:tailEnd/>
          </a:ln>
          <a:effectLst/>
        </p:spPr>
        <p:txBody>
          <a:bodyPr anchor="ctr"/>
          <a:lstStyle/>
          <a:p>
            <a:pPr algn="ctr">
              <a:spcBef>
                <a:spcPct val="0"/>
              </a:spcBef>
              <a:spcAft>
                <a:spcPct val="0"/>
              </a:spcAft>
              <a:buClrTx/>
            </a:pPr>
            <a:r>
              <a:rPr lang="de-DE" sz="1600" b="1" dirty="0" err="1"/>
              <a:t>xxxxxxxxxxxxxxx</a:t>
            </a:r>
            <a:endParaRPr lang="de-DE" sz="1600" b="1" dirty="0"/>
          </a:p>
        </p:txBody>
      </p:sp>
      <p:sp>
        <p:nvSpPr>
          <p:cNvPr id="13" name="ee4pHeader3">
            <a:extLst>
              <a:ext uri="{FF2B5EF4-FFF2-40B4-BE49-F238E27FC236}">
                <a16:creationId xmlns:a16="http://schemas.microsoft.com/office/drawing/2014/main" id="{6DDC8C79-B3AB-1B76-5EE0-B4C849D9BA94}"/>
              </a:ext>
            </a:extLst>
          </p:cNvPr>
          <p:cNvSpPr/>
          <p:nvPr>
            <p:custDataLst>
              <p:tags r:id="rId4"/>
            </p:custDataLst>
          </p:nvPr>
        </p:nvSpPr>
        <p:spPr bwMode="auto">
          <a:xfrm>
            <a:off x="7882844" y="1717677"/>
            <a:ext cx="3792422" cy="792227"/>
          </a:xfrm>
          <a:prstGeom prst="chevron">
            <a:avLst>
              <a:gd name="adj" fmla="val 19696"/>
            </a:avLst>
          </a:prstGeom>
          <a:solidFill>
            <a:schemeClr val="accent6">
              <a:lumMod val="75000"/>
            </a:schemeClr>
          </a:solidFill>
          <a:ln w="9525" cmpd="sng">
            <a:noFill/>
            <a:prstDash val="solid"/>
            <a:miter lim="800000"/>
            <a:headEnd/>
            <a:tailEnd/>
          </a:ln>
          <a:effectLst/>
        </p:spPr>
        <p:txBody>
          <a:bodyPr anchor="ctr"/>
          <a:lstStyle/>
          <a:p>
            <a:pPr algn="ctr">
              <a:spcBef>
                <a:spcPct val="0"/>
              </a:spcBef>
              <a:spcAft>
                <a:spcPct val="0"/>
              </a:spcAft>
              <a:buClrTx/>
            </a:pPr>
            <a:r>
              <a:rPr lang="de-DE" sz="1600" b="1" dirty="0" err="1">
                <a:solidFill>
                  <a:schemeClr val="bg1"/>
                </a:solidFill>
              </a:rPr>
              <a:t>xxxxxxxxxxxxxxxx</a:t>
            </a:r>
            <a:endParaRPr lang="de-DE" sz="1600" b="1" dirty="0">
              <a:solidFill>
                <a:schemeClr val="bg1"/>
              </a:solidFill>
            </a:endParaRPr>
          </a:p>
        </p:txBody>
      </p:sp>
      <p:sp>
        <p:nvSpPr>
          <p:cNvPr id="31" name="Rechteck 4">
            <a:extLst>
              <a:ext uri="{FF2B5EF4-FFF2-40B4-BE49-F238E27FC236}">
                <a16:creationId xmlns:a16="http://schemas.microsoft.com/office/drawing/2014/main" id="{BA6BF2C7-0CF8-2243-2008-D96C9961427A}"/>
              </a:ext>
            </a:extLst>
          </p:cNvPr>
          <p:cNvSpPr/>
          <p:nvPr>
            <p:custDataLst>
              <p:tags r:id="rId5"/>
            </p:custDataLst>
          </p:nvPr>
        </p:nvSpPr>
        <p:spPr bwMode="auto">
          <a:xfrm>
            <a:off x="514349" y="5774204"/>
            <a:ext cx="11160917" cy="391646"/>
          </a:xfrm>
          <a:prstGeom prst="rect">
            <a:avLst/>
          </a:prstGeom>
          <a:solidFill>
            <a:schemeClr val="accent6">
              <a:lumMod val="50000"/>
            </a:schemeClr>
          </a:solidFill>
          <a:ln w="9525" cmpd="sng">
            <a:noFill/>
            <a:prstDash val="solid"/>
            <a:miter lim="800000"/>
            <a:headEnd/>
            <a:tailEnd/>
          </a:ln>
          <a:effectLst/>
        </p:spPr>
        <p:txBody>
          <a:bodyPr vert="horz" wrap="square" lIns="0" tIns="72009" rIns="0" bIns="72009" anchor="b" anchorCtr="0">
            <a:spAutoFit/>
          </a:bodyPr>
          <a:lstStyle/>
          <a:p>
            <a:pPr algn="ctr">
              <a:spcBef>
                <a:spcPct val="0"/>
              </a:spcBef>
              <a:spcAft>
                <a:spcPct val="0"/>
              </a:spcAft>
            </a:pPr>
            <a:r>
              <a:rPr lang="de-DE" sz="1600" dirty="0" err="1">
                <a:solidFill>
                  <a:schemeClr val="bg1">
                    <a:lumMod val="100000"/>
                  </a:schemeClr>
                </a:solidFill>
              </a:rPr>
              <a:t>xxxxxxxxxxx</a:t>
            </a:r>
            <a:endParaRPr lang="de-DE" sz="1600" dirty="0">
              <a:solidFill>
                <a:schemeClr val="bg1">
                  <a:lumMod val="100000"/>
                </a:schemeClr>
              </a:solidFill>
            </a:endParaRPr>
          </a:p>
        </p:txBody>
      </p:sp>
    </p:spTree>
    <p:extLst>
      <p:ext uri="{BB962C8B-B14F-4D97-AF65-F5344CB8AC3E}">
        <p14:creationId xmlns:p14="http://schemas.microsoft.com/office/powerpoint/2010/main" val="1007586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CD1CE796-46B6-E418-606B-2260099C55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59" name="Object 58" hidden="1">
                        <a:extLst>
                          <a:ext uri="{FF2B5EF4-FFF2-40B4-BE49-F238E27FC236}">
                            <a16:creationId xmlns:a16="http://schemas.microsoft.com/office/drawing/2014/main" id="{CD1CE796-46B6-E418-606B-2260099C554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2">
            <a:extLst>
              <a:ext uri="{FF2B5EF4-FFF2-40B4-BE49-F238E27FC236}">
                <a16:creationId xmlns:a16="http://schemas.microsoft.com/office/drawing/2014/main" id="{23FEF6B6-7382-6CEB-CBEE-CA7AD859974D}"/>
              </a:ext>
            </a:extLst>
          </p:cNvPr>
          <p:cNvSpPr txBox="1">
            <a:spLocks/>
          </p:cNvSpPr>
          <p:nvPr/>
        </p:nvSpPr>
        <p:spPr bwMode="gray">
          <a:xfrm>
            <a:off x="380999" y="181938"/>
            <a:ext cx="8899693"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pPr>
              <a:defRPr/>
            </a:pPr>
            <a:r>
              <a:rPr lang="en-US" b="1" dirty="0" err="1">
                <a:gradFill>
                  <a:gsLst>
                    <a:gs pos="0">
                      <a:srgbClr val="1555FD"/>
                    </a:gs>
                    <a:gs pos="100000">
                      <a:srgbClr val="5680F8"/>
                    </a:gs>
                  </a:gsLst>
                  <a:lin ang="10800000" scaled="1"/>
                </a:gradFill>
                <a:latin typeface="Arial" panose="020B0604020202020204"/>
                <a:cs typeface="Poppins"/>
              </a:rPr>
              <a:t>xxxxxxxxxxxxxx</a:t>
            </a:r>
            <a:endParaRPr kumimoji="0" lang="en-US" b="1" i="0" u="none" strike="noStrike" kern="1200" cap="none" spc="0" normalizeH="0" baseline="0" noProof="0" dirty="0">
              <a:ln>
                <a:noFill/>
              </a:ln>
              <a:gradFill>
                <a:gsLst>
                  <a:gs pos="0">
                    <a:srgbClr val="1555FD"/>
                  </a:gs>
                  <a:gs pos="100000">
                    <a:srgbClr val="5680F8"/>
                  </a:gs>
                </a:gsLst>
                <a:lin ang="10800000" scaled="1"/>
              </a:gradFill>
              <a:effectLst/>
              <a:uLnTx/>
              <a:uFillTx/>
              <a:latin typeface="Arial" panose="020B0604020202020204"/>
              <a:ea typeface="+mj-ea"/>
              <a:cs typeface="Poppins"/>
            </a:endParaRPr>
          </a:p>
        </p:txBody>
      </p:sp>
      <p:sp>
        <p:nvSpPr>
          <p:cNvPr id="12" name="Rectangle: Rounded Corners 11">
            <a:extLst>
              <a:ext uri="{FF2B5EF4-FFF2-40B4-BE49-F238E27FC236}">
                <a16:creationId xmlns:a16="http://schemas.microsoft.com/office/drawing/2014/main" id="{ED5D8059-CC6F-7A97-A81B-0E0CCB675493}"/>
              </a:ext>
            </a:extLst>
          </p:cNvPr>
          <p:cNvSpPr/>
          <p:nvPr/>
        </p:nvSpPr>
        <p:spPr>
          <a:xfrm>
            <a:off x="612559" y="3675270"/>
            <a:ext cx="2160270" cy="481994"/>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13" name="Rectangle: Rounded Corners 12">
            <a:extLst>
              <a:ext uri="{FF2B5EF4-FFF2-40B4-BE49-F238E27FC236}">
                <a16:creationId xmlns:a16="http://schemas.microsoft.com/office/drawing/2014/main" id="{8DD6E871-A505-ED35-E33D-F61834E8CD0A}"/>
              </a:ext>
            </a:extLst>
          </p:cNvPr>
          <p:cNvSpPr/>
          <p:nvPr/>
        </p:nvSpPr>
        <p:spPr>
          <a:xfrm>
            <a:off x="3508971" y="3675270"/>
            <a:ext cx="2160270" cy="481994"/>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14" name="Rectangle: Rounded Corners 13">
            <a:extLst>
              <a:ext uri="{FF2B5EF4-FFF2-40B4-BE49-F238E27FC236}">
                <a16:creationId xmlns:a16="http://schemas.microsoft.com/office/drawing/2014/main" id="{990153A5-DF08-945E-6C46-D7A79D76BB1E}"/>
              </a:ext>
            </a:extLst>
          </p:cNvPr>
          <p:cNvSpPr/>
          <p:nvPr/>
        </p:nvSpPr>
        <p:spPr>
          <a:xfrm>
            <a:off x="9419171" y="3675270"/>
            <a:ext cx="2160270" cy="481994"/>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15" name="Rectangle: Rounded Corners 14">
            <a:extLst>
              <a:ext uri="{FF2B5EF4-FFF2-40B4-BE49-F238E27FC236}">
                <a16:creationId xmlns:a16="http://schemas.microsoft.com/office/drawing/2014/main" id="{0F86CAF6-9B5D-CE33-21E8-7A2830261B4D}"/>
              </a:ext>
            </a:extLst>
          </p:cNvPr>
          <p:cNvSpPr/>
          <p:nvPr/>
        </p:nvSpPr>
        <p:spPr>
          <a:xfrm>
            <a:off x="6522759" y="3675270"/>
            <a:ext cx="2160270" cy="481994"/>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16" name="Rectangle: Rounded Corners 15">
            <a:extLst>
              <a:ext uri="{FF2B5EF4-FFF2-40B4-BE49-F238E27FC236}">
                <a16:creationId xmlns:a16="http://schemas.microsoft.com/office/drawing/2014/main" id="{E85D9376-AF75-BEBA-0E47-72ADC1CC7CCD}"/>
              </a:ext>
            </a:extLst>
          </p:cNvPr>
          <p:cNvSpPr/>
          <p:nvPr/>
        </p:nvSpPr>
        <p:spPr>
          <a:xfrm>
            <a:off x="612559" y="4316274"/>
            <a:ext cx="5056682" cy="1595438"/>
          </a:xfrm>
          <a:prstGeom prst="roundRect">
            <a:avLst>
              <a:gd name="adj" fmla="val 397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de-DE" dirty="0">
                <a:solidFill>
                  <a:schemeClr val="tx1"/>
                </a:solidFill>
              </a:rPr>
              <a:t>xxx</a:t>
            </a:r>
            <a:endParaRPr lang="de-DE" dirty="0">
              <a:solidFill>
                <a:schemeClr val="tx1"/>
              </a:solidFill>
              <a:cs typeface="Arial"/>
            </a:endParaRPr>
          </a:p>
        </p:txBody>
      </p:sp>
      <p:sp>
        <p:nvSpPr>
          <p:cNvPr id="18" name="Rectangle: Rounded Corners 17">
            <a:extLst>
              <a:ext uri="{FF2B5EF4-FFF2-40B4-BE49-F238E27FC236}">
                <a16:creationId xmlns:a16="http://schemas.microsoft.com/office/drawing/2014/main" id="{6AD7F771-6341-9825-1F4E-6386080D5D63}"/>
              </a:ext>
            </a:extLst>
          </p:cNvPr>
          <p:cNvSpPr/>
          <p:nvPr/>
        </p:nvSpPr>
        <p:spPr>
          <a:xfrm>
            <a:off x="6522759" y="4329837"/>
            <a:ext cx="5056682" cy="1595438"/>
          </a:xfrm>
          <a:prstGeom prst="roundRect">
            <a:avLst>
              <a:gd name="adj" fmla="val 397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de-DE" b="1" dirty="0">
                <a:solidFill>
                  <a:schemeClr val="tx1"/>
                </a:solidFill>
              </a:rPr>
              <a:t>x</a:t>
            </a:r>
            <a:endParaRPr lang="de-DE" dirty="0">
              <a:solidFill>
                <a:schemeClr val="tx1"/>
              </a:solidFill>
              <a:cs typeface="Arial"/>
            </a:endParaRPr>
          </a:p>
        </p:txBody>
      </p:sp>
      <p:sp>
        <p:nvSpPr>
          <p:cNvPr id="20" name="Rectangle: Rounded Corners 19">
            <a:extLst>
              <a:ext uri="{FF2B5EF4-FFF2-40B4-BE49-F238E27FC236}">
                <a16:creationId xmlns:a16="http://schemas.microsoft.com/office/drawing/2014/main" id="{C8F15A67-1366-C177-E5CC-FD5166F55324}"/>
              </a:ext>
            </a:extLst>
          </p:cNvPr>
          <p:cNvSpPr/>
          <p:nvPr/>
        </p:nvSpPr>
        <p:spPr>
          <a:xfrm>
            <a:off x="671512" y="2247902"/>
            <a:ext cx="3057525" cy="614363"/>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23" name="Rectangle: Rounded Corners 22">
            <a:extLst>
              <a:ext uri="{FF2B5EF4-FFF2-40B4-BE49-F238E27FC236}">
                <a16:creationId xmlns:a16="http://schemas.microsoft.com/office/drawing/2014/main" id="{F047D3D2-EF9C-783F-7257-5D4A57281ED0}"/>
              </a:ext>
            </a:extLst>
          </p:cNvPr>
          <p:cNvSpPr/>
          <p:nvPr/>
        </p:nvSpPr>
        <p:spPr>
          <a:xfrm>
            <a:off x="4409761" y="2247902"/>
            <a:ext cx="3057525" cy="614363"/>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24" name="Rectangle: Rounded Corners 23">
            <a:extLst>
              <a:ext uri="{FF2B5EF4-FFF2-40B4-BE49-F238E27FC236}">
                <a16:creationId xmlns:a16="http://schemas.microsoft.com/office/drawing/2014/main" id="{0E764DBF-9188-727D-F600-78EE03C535F1}"/>
              </a:ext>
            </a:extLst>
          </p:cNvPr>
          <p:cNvSpPr/>
          <p:nvPr/>
        </p:nvSpPr>
        <p:spPr>
          <a:xfrm>
            <a:off x="8521916" y="2247902"/>
            <a:ext cx="3057525" cy="614363"/>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b="1" dirty="0"/>
              <a:t>x</a:t>
            </a:r>
          </a:p>
        </p:txBody>
      </p:sp>
      <p:sp>
        <p:nvSpPr>
          <p:cNvPr id="25" name="TextBox 24">
            <a:extLst>
              <a:ext uri="{FF2B5EF4-FFF2-40B4-BE49-F238E27FC236}">
                <a16:creationId xmlns:a16="http://schemas.microsoft.com/office/drawing/2014/main" id="{0653E69F-142A-94EA-1F45-5DDA642260EB}"/>
              </a:ext>
            </a:extLst>
          </p:cNvPr>
          <p:cNvSpPr txBox="1"/>
          <p:nvPr/>
        </p:nvSpPr>
        <p:spPr>
          <a:xfrm>
            <a:off x="3891412" y="2293474"/>
            <a:ext cx="355974" cy="523220"/>
          </a:xfrm>
          <a:prstGeom prst="rect">
            <a:avLst/>
          </a:prstGeom>
          <a:noFill/>
        </p:spPr>
        <p:txBody>
          <a:bodyPr wrap="square">
            <a:spAutoFit/>
          </a:bodyPr>
          <a:lstStyle/>
          <a:p>
            <a:r>
              <a:rPr lang="en-US" sz="2800" b="1">
                <a:solidFill>
                  <a:schemeClr val="accent6">
                    <a:lumMod val="50000"/>
                  </a:schemeClr>
                </a:solidFill>
                <a:latin typeface="Arial" panose="020B0604020202020204"/>
                <a:cs typeface="Poppins"/>
              </a:rPr>
              <a:t>+</a:t>
            </a:r>
            <a:endParaRPr lang="de-DE" sz="2800">
              <a:solidFill>
                <a:schemeClr val="accent6">
                  <a:lumMod val="50000"/>
                </a:schemeClr>
              </a:solidFill>
            </a:endParaRPr>
          </a:p>
        </p:txBody>
      </p:sp>
      <p:cxnSp>
        <p:nvCxnSpPr>
          <p:cNvPr id="31" name="Straight Arrow Connector 30">
            <a:extLst>
              <a:ext uri="{FF2B5EF4-FFF2-40B4-BE49-F238E27FC236}">
                <a16:creationId xmlns:a16="http://schemas.microsoft.com/office/drawing/2014/main" id="{E3D0B02A-75EB-1802-01CC-274FD5635B36}"/>
              </a:ext>
            </a:extLst>
          </p:cNvPr>
          <p:cNvCxnSpPr>
            <a:cxnSpLocks/>
          </p:cNvCxnSpPr>
          <p:nvPr/>
        </p:nvCxnSpPr>
        <p:spPr>
          <a:xfrm>
            <a:off x="7715251" y="2555084"/>
            <a:ext cx="514350" cy="0"/>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Left Brace 33">
            <a:extLst>
              <a:ext uri="{FF2B5EF4-FFF2-40B4-BE49-F238E27FC236}">
                <a16:creationId xmlns:a16="http://schemas.microsoft.com/office/drawing/2014/main" id="{F02B5660-4D92-EF90-1851-359EEE2D6DF8}"/>
              </a:ext>
            </a:extLst>
          </p:cNvPr>
          <p:cNvSpPr/>
          <p:nvPr/>
        </p:nvSpPr>
        <p:spPr>
          <a:xfrm rot="5400000">
            <a:off x="5866436" y="-2186949"/>
            <a:ext cx="421026" cy="10810875"/>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494092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2">
            <a:extLst>
              <a:ext uri="{FF2B5EF4-FFF2-40B4-BE49-F238E27FC236}">
                <a16:creationId xmlns:a16="http://schemas.microsoft.com/office/drawing/2014/main" id="{98EAF2E1-19B7-D623-ACB5-5FFDC0021D79}"/>
              </a:ext>
            </a:extLst>
          </p:cNvPr>
          <p:cNvSpPr txBox="1">
            <a:spLocks/>
          </p:cNvSpPr>
          <p:nvPr/>
        </p:nvSpPr>
        <p:spPr bwMode="gray">
          <a:xfrm>
            <a:off x="380999" y="181938"/>
            <a:ext cx="9333017"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r>
              <a:rPr lang="en-US" b="1" dirty="0">
                <a:gradFill>
                  <a:gsLst>
                    <a:gs pos="0">
                      <a:srgbClr val="1555FD"/>
                    </a:gs>
                    <a:gs pos="100000">
                      <a:srgbClr val="5680F8"/>
                    </a:gs>
                  </a:gsLst>
                  <a:lin ang="10800000" scaled="1"/>
                </a:gradFill>
                <a:latin typeface="+mn-lt"/>
                <a:ea typeface="+mn-ea"/>
                <a:cs typeface="Poppins"/>
                <a:rtl val="0"/>
              </a:rPr>
              <a:t>xxx</a:t>
            </a:r>
          </a:p>
        </p:txBody>
      </p:sp>
      <p:sp>
        <p:nvSpPr>
          <p:cNvPr id="4" name="TextBox 3">
            <a:extLst>
              <a:ext uri="{FF2B5EF4-FFF2-40B4-BE49-F238E27FC236}">
                <a16:creationId xmlns:a16="http://schemas.microsoft.com/office/drawing/2014/main" id="{A26413C5-51AD-A3FF-3598-C8855F7869C2}"/>
              </a:ext>
            </a:extLst>
          </p:cNvPr>
          <p:cNvSpPr txBox="1"/>
          <p:nvPr/>
        </p:nvSpPr>
        <p:spPr>
          <a:xfrm>
            <a:off x="2215929" y="1832009"/>
            <a:ext cx="1042273" cy="461665"/>
          </a:xfrm>
          <a:prstGeom prst="rect">
            <a:avLst/>
          </a:prstGeom>
          <a:solidFill>
            <a:schemeClr val="bg1"/>
          </a:solidFill>
        </p:spPr>
        <p:txBody>
          <a:bodyPr wrap="none" rtlCol="0">
            <a:spAutoFit/>
          </a:bodyPr>
          <a:lstStyle/>
          <a:p>
            <a:r>
              <a:rPr lang="en-US" sz="2400" b="1" dirty="0" err="1"/>
              <a:t>xxxxx</a:t>
            </a:r>
            <a:endParaRPr lang="en-US" sz="2400" b="1" dirty="0"/>
          </a:p>
        </p:txBody>
      </p:sp>
      <p:sp>
        <p:nvSpPr>
          <p:cNvPr id="12" name="TextBox 11">
            <a:extLst>
              <a:ext uri="{FF2B5EF4-FFF2-40B4-BE49-F238E27FC236}">
                <a16:creationId xmlns:a16="http://schemas.microsoft.com/office/drawing/2014/main" id="{BFEA7158-7053-C95D-A3AC-77CDF67EC377}"/>
              </a:ext>
            </a:extLst>
          </p:cNvPr>
          <p:cNvSpPr txBox="1"/>
          <p:nvPr/>
        </p:nvSpPr>
        <p:spPr>
          <a:xfrm>
            <a:off x="2506857" y="3122633"/>
            <a:ext cx="2236510" cy="461665"/>
          </a:xfrm>
          <a:prstGeom prst="rect">
            <a:avLst/>
          </a:prstGeom>
          <a:noFill/>
        </p:spPr>
        <p:txBody>
          <a:bodyPr wrap="none" rtlCol="0">
            <a:spAutoFit/>
          </a:bodyPr>
          <a:lstStyle/>
          <a:p>
            <a:r>
              <a:rPr lang="en-US" sz="2400" b="1" dirty="0"/>
              <a:t>XXXXXXXXXX</a:t>
            </a:r>
          </a:p>
        </p:txBody>
      </p:sp>
      <p:sp>
        <p:nvSpPr>
          <p:cNvPr id="14" name="TextBox 13">
            <a:extLst>
              <a:ext uri="{FF2B5EF4-FFF2-40B4-BE49-F238E27FC236}">
                <a16:creationId xmlns:a16="http://schemas.microsoft.com/office/drawing/2014/main" id="{87CAF2AD-6253-B6BF-EBA3-FCA0687077A9}"/>
              </a:ext>
            </a:extLst>
          </p:cNvPr>
          <p:cNvSpPr txBox="1"/>
          <p:nvPr/>
        </p:nvSpPr>
        <p:spPr>
          <a:xfrm>
            <a:off x="2318520" y="2222678"/>
            <a:ext cx="4052674" cy="276999"/>
          </a:xfrm>
          <a:prstGeom prst="rect">
            <a:avLst/>
          </a:prstGeom>
          <a:noFill/>
        </p:spPr>
        <p:txBody>
          <a:bodyPr wrap="square" rtlCol="0">
            <a:spAutoFit/>
          </a:bodyPr>
          <a:lstStyle/>
          <a:p>
            <a:pPr marL="285750" indent="-285750">
              <a:buFont typeface="Arial" panose="020B0604020202020204" pitchFamily="34" charset="0"/>
              <a:buChar char="•"/>
            </a:pPr>
            <a:r>
              <a:rPr lang="en-US" sz="1200" b="1" dirty="0" err="1"/>
              <a:t>xxxx</a:t>
            </a:r>
            <a:endParaRPr lang="en-US" sz="1200" dirty="0"/>
          </a:p>
        </p:txBody>
      </p:sp>
      <p:sp>
        <p:nvSpPr>
          <p:cNvPr id="17" name="Block Arc 70">
            <a:extLst>
              <a:ext uri="{FF2B5EF4-FFF2-40B4-BE49-F238E27FC236}">
                <a16:creationId xmlns:a16="http://schemas.microsoft.com/office/drawing/2014/main" id="{DA332021-D0B6-49F3-3329-E0C826C87B14}"/>
              </a:ext>
            </a:extLst>
          </p:cNvPr>
          <p:cNvSpPr/>
          <p:nvPr/>
        </p:nvSpPr>
        <p:spPr>
          <a:xfrm rot="5400000">
            <a:off x="-2231479" y="2335344"/>
            <a:ext cx="4633862" cy="3060159"/>
          </a:xfrm>
          <a:prstGeom prst="blockArc">
            <a:avLst>
              <a:gd name="adj1" fmla="val 11352608"/>
              <a:gd name="adj2" fmla="val 21055416"/>
              <a:gd name="adj3" fmla="val 0"/>
            </a:avLst>
          </a:prstGeom>
          <a:solidFill>
            <a:srgbClr val="1E3244"/>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sp>
        <p:nvSpPr>
          <p:cNvPr id="19" name="Freeform 68">
            <a:extLst>
              <a:ext uri="{FF2B5EF4-FFF2-40B4-BE49-F238E27FC236}">
                <a16:creationId xmlns:a16="http://schemas.microsoft.com/office/drawing/2014/main" id="{D5C226F0-FA25-B4D2-230F-02208EF806E3}"/>
              </a:ext>
            </a:extLst>
          </p:cNvPr>
          <p:cNvSpPr/>
          <p:nvPr/>
        </p:nvSpPr>
        <p:spPr>
          <a:xfrm rot="3316482">
            <a:off x="1422104" y="2006115"/>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5" name="Freeform 66">
            <a:extLst>
              <a:ext uri="{FF2B5EF4-FFF2-40B4-BE49-F238E27FC236}">
                <a16:creationId xmlns:a16="http://schemas.microsoft.com/office/drawing/2014/main" id="{9501BB1B-566A-9426-F403-2C863342ECDF}"/>
              </a:ext>
            </a:extLst>
          </p:cNvPr>
          <p:cNvSpPr/>
          <p:nvPr/>
        </p:nvSpPr>
        <p:spPr>
          <a:xfrm rot="5400000">
            <a:off x="1697877" y="3296536"/>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0" name="TextBox 29">
            <a:extLst>
              <a:ext uri="{FF2B5EF4-FFF2-40B4-BE49-F238E27FC236}">
                <a16:creationId xmlns:a16="http://schemas.microsoft.com/office/drawing/2014/main" id="{D9CD73D6-B112-B12D-09C3-0A4913100D04}"/>
              </a:ext>
            </a:extLst>
          </p:cNvPr>
          <p:cNvSpPr txBox="1"/>
          <p:nvPr/>
        </p:nvSpPr>
        <p:spPr>
          <a:xfrm>
            <a:off x="2601771" y="3570427"/>
            <a:ext cx="3626548" cy="276999"/>
          </a:xfrm>
          <a:prstGeom prst="rect">
            <a:avLst/>
          </a:prstGeom>
          <a:noFill/>
        </p:spPr>
        <p:txBody>
          <a:bodyPr wrap="square" rtlCol="0">
            <a:spAutoFit/>
          </a:bodyPr>
          <a:lstStyle/>
          <a:p>
            <a:pPr marL="285750" indent="-285750">
              <a:buFont typeface="Arial" panose="020B0604020202020204" pitchFamily="34" charset="0"/>
              <a:buChar char="•"/>
            </a:pPr>
            <a:r>
              <a:rPr lang="en-US" sz="1200" b="1" dirty="0" err="1"/>
              <a:t>xxxxxxxxxx</a:t>
            </a:r>
            <a:endParaRPr lang="en-US" sz="1200" dirty="0"/>
          </a:p>
        </p:txBody>
      </p:sp>
      <p:sp>
        <p:nvSpPr>
          <p:cNvPr id="33" name="Freeform 64">
            <a:extLst>
              <a:ext uri="{FF2B5EF4-FFF2-40B4-BE49-F238E27FC236}">
                <a16:creationId xmlns:a16="http://schemas.microsoft.com/office/drawing/2014/main" id="{87367708-314F-C8F3-E458-01D6E81A528A}"/>
              </a:ext>
            </a:extLst>
          </p:cNvPr>
          <p:cNvSpPr/>
          <p:nvPr/>
        </p:nvSpPr>
        <p:spPr>
          <a:xfrm rot="17594799" flipV="1">
            <a:off x="1523219" y="4597773"/>
            <a:ext cx="554888" cy="871978"/>
          </a:xfrm>
          <a:custGeom>
            <a:avLst/>
            <a:gdLst>
              <a:gd name="connsiteX0" fmla="*/ 221457 w 725190"/>
              <a:gd name="connsiteY0" fmla="*/ 28494 h 1139601"/>
              <a:gd name="connsiteX1" fmla="*/ 362595 w 725190"/>
              <a:gd name="connsiteY1" fmla="*/ 0 h 1139601"/>
              <a:gd name="connsiteX2" fmla="*/ 725190 w 725190"/>
              <a:gd name="connsiteY2" fmla="*/ 362594 h 1139601"/>
              <a:gd name="connsiteX3" fmla="*/ 503733 w 725190"/>
              <a:gd name="connsiteY3" fmla="*/ 696694 h 1139601"/>
              <a:gd name="connsiteX4" fmla="*/ 442675 w 725190"/>
              <a:gd name="connsiteY4" fmla="*/ 715648 h 1139601"/>
              <a:gd name="connsiteX5" fmla="*/ 379474 w 725190"/>
              <a:gd name="connsiteY5" fmla="*/ 820045 h 1139601"/>
              <a:gd name="connsiteX6" fmla="*/ 379474 w 725190"/>
              <a:gd name="connsiteY6" fmla="*/ 910720 h 1139601"/>
              <a:gd name="connsiteX7" fmla="*/ 387746 w 725190"/>
              <a:gd name="connsiteY7" fmla="*/ 932219 h 1139601"/>
              <a:gd name="connsiteX8" fmla="*/ 391603 w 725190"/>
              <a:gd name="connsiteY8" fmla="*/ 952924 h 1139601"/>
              <a:gd name="connsiteX9" fmla="*/ 395728 w 725190"/>
              <a:gd name="connsiteY9" fmla="*/ 953870 h 1139601"/>
              <a:gd name="connsiteX10" fmla="*/ 447717 w 725190"/>
              <a:gd name="connsiteY10" fmla="*/ 1042937 h 1139601"/>
              <a:gd name="connsiteX11" fmla="*/ 362595 w 725190"/>
              <a:gd name="connsiteY11" fmla="*/ 1139601 h 1139601"/>
              <a:gd name="connsiteX12" fmla="*/ 277472 w 725190"/>
              <a:gd name="connsiteY12" fmla="*/ 1042937 h 1139601"/>
              <a:gd name="connsiteX13" fmla="*/ 329462 w 725190"/>
              <a:gd name="connsiteY13" fmla="*/ 953870 h 1139601"/>
              <a:gd name="connsiteX14" fmla="*/ 330590 w 725190"/>
              <a:gd name="connsiteY14" fmla="*/ 953611 h 1139601"/>
              <a:gd name="connsiteX15" fmla="*/ 332285 w 725190"/>
              <a:gd name="connsiteY15" fmla="*/ 936361 h 1139601"/>
              <a:gd name="connsiteX16" fmla="*/ 345715 w 725190"/>
              <a:gd name="connsiteY16" fmla="*/ 904226 h 1139601"/>
              <a:gd name="connsiteX17" fmla="*/ 345715 w 725190"/>
              <a:gd name="connsiteY17" fmla="*/ 820041 h 1139601"/>
              <a:gd name="connsiteX18" fmla="*/ 282516 w 725190"/>
              <a:gd name="connsiteY18" fmla="*/ 715648 h 1139601"/>
              <a:gd name="connsiteX19" fmla="*/ 221457 w 725190"/>
              <a:gd name="connsiteY19" fmla="*/ 696694 h 1139601"/>
              <a:gd name="connsiteX20" fmla="*/ 0 w 725190"/>
              <a:gd name="connsiteY20" fmla="*/ 362594 h 1139601"/>
              <a:gd name="connsiteX21" fmla="*/ 221457 w 725190"/>
              <a:gd name="connsiteY21" fmla="*/ 28494 h 11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190" h="1139601">
                <a:moveTo>
                  <a:pt x="221457" y="28494"/>
                </a:moveTo>
                <a:cubicBezTo>
                  <a:pt x="264837" y="10146"/>
                  <a:pt x="312531" y="0"/>
                  <a:pt x="362595" y="0"/>
                </a:cubicBezTo>
                <a:cubicBezTo>
                  <a:pt x="562851" y="0"/>
                  <a:pt x="725190" y="162339"/>
                  <a:pt x="725190" y="362594"/>
                </a:cubicBezTo>
                <a:cubicBezTo>
                  <a:pt x="725190" y="512786"/>
                  <a:pt x="633874" y="641649"/>
                  <a:pt x="503733" y="696694"/>
                </a:cubicBezTo>
                <a:lnTo>
                  <a:pt x="442675" y="715648"/>
                </a:lnTo>
                <a:lnTo>
                  <a:pt x="379474" y="820045"/>
                </a:lnTo>
                <a:lnTo>
                  <a:pt x="379474" y="910720"/>
                </a:lnTo>
                <a:lnTo>
                  <a:pt x="387746" y="932219"/>
                </a:lnTo>
                <a:lnTo>
                  <a:pt x="391603" y="952924"/>
                </a:lnTo>
                <a:lnTo>
                  <a:pt x="395728" y="953870"/>
                </a:lnTo>
                <a:cubicBezTo>
                  <a:pt x="426280" y="968545"/>
                  <a:pt x="447717" y="1002898"/>
                  <a:pt x="447717" y="1042937"/>
                </a:cubicBezTo>
                <a:cubicBezTo>
                  <a:pt x="447717" y="1096323"/>
                  <a:pt x="409607" y="1139601"/>
                  <a:pt x="362595" y="1139601"/>
                </a:cubicBezTo>
                <a:cubicBezTo>
                  <a:pt x="315583" y="1139601"/>
                  <a:pt x="277472" y="1096323"/>
                  <a:pt x="277472" y="1042937"/>
                </a:cubicBezTo>
                <a:cubicBezTo>
                  <a:pt x="277472" y="1002899"/>
                  <a:pt x="298910" y="968545"/>
                  <a:pt x="329462" y="953870"/>
                </a:cubicBezTo>
                <a:lnTo>
                  <a:pt x="330590" y="953611"/>
                </a:lnTo>
                <a:lnTo>
                  <a:pt x="332285" y="936361"/>
                </a:lnTo>
                <a:lnTo>
                  <a:pt x="345715" y="904226"/>
                </a:lnTo>
                <a:lnTo>
                  <a:pt x="345715" y="820041"/>
                </a:lnTo>
                <a:lnTo>
                  <a:pt x="282516" y="715648"/>
                </a:lnTo>
                <a:lnTo>
                  <a:pt x="221457" y="696694"/>
                </a:lnTo>
                <a:cubicBezTo>
                  <a:pt x="91316" y="641649"/>
                  <a:pt x="0" y="512786"/>
                  <a:pt x="0" y="362594"/>
                </a:cubicBezTo>
                <a:cubicBezTo>
                  <a:pt x="0" y="212403"/>
                  <a:pt x="91316" y="83539"/>
                  <a:pt x="221457" y="28494"/>
                </a:cubicBezTo>
                <a:close/>
              </a:path>
            </a:pathLst>
          </a:custGeom>
          <a:solidFill>
            <a:srgbClr val="CDE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5" name="TextBox 34">
            <a:extLst>
              <a:ext uri="{FF2B5EF4-FFF2-40B4-BE49-F238E27FC236}">
                <a16:creationId xmlns:a16="http://schemas.microsoft.com/office/drawing/2014/main" id="{A9DC4999-D405-AD1F-794C-B19946783DC1}"/>
              </a:ext>
            </a:extLst>
          </p:cNvPr>
          <p:cNvSpPr txBox="1"/>
          <p:nvPr/>
        </p:nvSpPr>
        <p:spPr>
          <a:xfrm>
            <a:off x="2280421" y="4593012"/>
            <a:ext cx="1210588" cy="461665"/>
          </a:xfrm>
          <a:prstGeom prst="rect">
            <a:avLst/>
          </a:prstGeom>
          <a:noFill/>
        </p:spPr>
        <p:txBody>
          <a:bodyPr wrap="none" rtlCol="0">
            <a:spAutoFit/>
          </a:bodyPr>
          <a:lstStyle/>
          <a:p>
            <a:r>
              <a:rPr lang="en-US" sz="2400" b="1" dirty="0"/>
              <a:t>XXXXX</a:t>
            </a:r>
          </a:p>
        </p:txBody>
      </p:sp>
      <p:sp>
        <p:nvSpPr>
          <p:cNvPr id="38" name="TextBox 37">
            <a:extLst>
              <a:ext uri="{FF2B5EF4-FFF2-40B4-BE49-F238E27FC236}">
                <a16:creationId xmlns:a16="http://schemas.microsoft.com/office/drawing/2014/main" id="{5B8DD78C-97E2-8E8E-9376-1B10DDBD708F}"/>
              </a:ext>
            </a:extLst>
          </p:cNvPr>
          <p:cNvSpPr txBox="1"/>
          <p:nvPr/>
        </p:nvSpPr>
        <p:spPr>
          <a:xfrm>
            <a:off x="2339756" y="4980583"/>
            <a:ext cx="4111367" cy="276999"/>
          </a:xfrm>
          <a:prstGeom prst="rect">
            <a:avLst/>
          </a:prstGeom>
          <a:noFill/>
        </p:spPr>
        <p:txBody>
          <a:bodyPr wrap="square" rtlCol="0">
            <a:spAutoFit/>
          </a:bodyPr>
          <a:lstStyle/>
          <a:p>
            <a:pPr marL="285750" indent="-285750">
              <a:buFont typeface="Arial" panose="020B0604020202020204" pitchFamily="34" charset="0"/>
              <a:buChar char="•"/>
            </a:pPr>
            <a:r>
              <a:rPr lang="en-US" sz="1200" dirty="0" err="1"/>
              <a:t>xxxxxxxxxxxxx</a:t>
            </a:r>
            <a:endParaRPr lang="en-US" sz="1200" dirty="0"/>
          </a:p>
        </p:txBody>
      </p:sp>
      <p:sp>
        <p:nvSpPr>
          <p:cNvPr id="39" name="TextBox 38">
            <a:extLst>
              <a:ext uri="{FF2B5EF4-FFF2-40B4-BE49-F238E27FC236}">
                <a16:creationId xmlns:a16="http://schemas.microsoft.com/office/drawing/2014/main" id="{F355415F-889D-B85C-A556-04C54AE95E98}"/>
              </a:ext>
            </a:extLst>
          </p:cNvPr>
          <p:cNvSpPr txBox="1"/>
          <p:nvPr/>
        </p:nvSpPr>
        <p:spPr>
          <a:xfrm>
            <a:off x="1975321" y="5979238"/>
            <a:ext cx="4920195" cy="307777"/>
          </a:xfrm>
          <a:prstGeom prst="rect">
            <a:avLst/>
          </a:prstGeom>
          <a:noFill/>
        </p:spPr>
        <p:txBody>
          <a:bodyPr wrap="square" rtlCol="0">
            <a:spAutoFit/>
          </a:bodyPr>
          <a:lstStyle/>
          <a:p>
            <a:r>
              <a:rPr lang="en-US" sz="1400" b="1" dirty="0" err="1"/>
              <a:t>xxxxxxxxxxxxxxx</a:t>
            </a:r>
            <a:endParaRPr lang="en-US" sz="1400" b="1" dirty="0"/>
          </a:p>
        </p:txBody>
      </p:sp>
      <p:pic>
        <p:nvPicPr>
          <p:cNvPr id="41" name="Graphic 40" descr="Lightbulb and gear">
            <a:extLst>
              <a:ext uri="{FF2B5EF4-FFF2-40B4-BE49-F238E27FC236}">
                <a16:creationId xmlns:a16="http://schemas.microsoft.com/office/drawing/2014/main" id="{A3EA60A0-2518-3432-DFED-227771C681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52053" y="4917076"/>
            <a:ext cx="381387" cy="381387"/>
          </a:xfrm>
          <a:prstGeom prst="rect">
            <a:avLst/>
          </a:prstGeom>
        </p:spPr>
      </p:pic>
      <p:pic>
        <p:nvPicPr>
          <p:cNvPr id="11" name="Picture 10">
            <a:extLst>
              <a:ext uri="{FF2B5EF4-FFF2-40B4-BE49-F238E27FC236}">
                <a16:creationId xmlns:a16="http://schemas.microsoft.com/office/drawing/2014/main" id="{471CF0D2-AB2E-0715-6034-D0EC982D8C8A}"/>
              </a:ext>
            </a:extLst>
          </p:cNvPr>
          <p:cNvPicPr>
            <a:picLocks noChangeAspect="1"/>
          </p:cNvPicPr>
          <p:nvPr/>
        </p:nvPicPr>
        <p:blipFill rotWithShape="1">
          <a:blip r:embed="rId5"/>
          <a:srcRect l="2795" t="-11725" r="-2795" b="11725"/>
          <a:stretch/>
        </p:blipFill>
        <p:spPr>
          <a:xfrm>
            <a:off x="258730" y="3112278"/>
            <a:ext cx="1280602" cy="1383050"/>
          </a:xfrm>
          <a:prstGeom prst="ellipse">
            <a:avLst/>
          </a:prstGeom>
        </p:spPr>
      </p:pic>
      <p:sp>
        <p:nvSpPr>
          <p:cNvPr id="3" name="Oval 2">
            <a:extLst>
              <a:ext uri="{FF2B5EF4-FFF2-40B4-BE49-F238E27FC236}">
                <a16:creationId xmlns:a16="http://schemas.microsoft.com/office/drawing/2014/main" id="{DF7FA0EE-5DF4-0403-DCDA-947A601E8236}"/>
              </a:ext>
            </a:extLst>
          </p:cNvPr>
          <p:cNvSpPr/>
          <p:nvPr/>
        </p:nvSpPr>
        <p:spPr>
          <a:xfrm>
            <a:off x="6482369" y="1195858"/>
            <a:ext cx="5363386" cy="5363386"/>
          </a:xfrm>
          <a:prstGeom prst="ellipse">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D984A47-8995-4D12-1E44-E13D13EF4075}"/>
              </a:ext>
            </a:extLst>
          </p:cNvPr>
          <p:cNvGrpSpPr/>
          <p:nvPr/>
        </p:nvGrpSpPr>
        <p:grpSpPr>
          <a:xfrm>
            <a:off x="8830703" y="2365711"/>
            <a:ext cx="2634324" cy="2634324"/>
            <a:chOff x="6856960" y="795487"/>
            <a:chExt cx="1919123" cy="1919123"/>
          </a:xfrm>
          <a:effectLst>
            <a:outerShdw blurRad="50800" dist="38100" dir="2700000" algn="tl" rotWithShape="0">
              <a:prstClr val="black">
                <a:alpha val="40000"/>
              </a:prstClr>
            </a:outerShdw>
          </a:effectLst>
        </p:grpSpPr>
        <p:sp>
          <p:nvSpPr>
            <p:cNvPr id="13" name="Oval 12">
              <a:extLst>
                <a:ext uri="{FF2B5EF4-FFF2-40B4-BE49-F238E27FC236}">
                  <a16:creationId xmlns:a16="http://schemas.microsoft.com/office/drawing/2014/main" id="{92E79ACA-7DFE-296C-9959-A5027E051FC7}"/>
                </a:ext>
              </a:extLst>
            </p:cNvPr>
            <p:cNvSpPr/>
            <p:nvPr/>
          </p:nvSpPr>
          <p:spPr>
            <a:xfrm>
              <a:off x="6856960" y="795487"/>
              <a:ext cx="1919123" cy="1919123"/>
            </a:xfrm>
            <a:prstGeom prst="ellipse">
              <a:avLst/>
            </a:prstGeom>
            <a:solidFill>
              <a:srgbClr val="FF9801">
                <a:alpha val="8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8CD92E-432F-EE4E-88D1-32F49B8C662C}"/>
                </a:ext>
              </a:extLst>
            </p:cNvPr>
            <p:cNvSpPr txBox="1"/>
            <p:nvPr/>
          </p:nvSpPr>
          <p:spPr>
            <a:xfrm>
              <a:off x="6856960" y="1570382"/>
              <a:ext cx="1919123" cy="269061"/>
            </a:xfrm>
            <a:prstGeom prst="rect">
              <a:avLst/>
            </a:prstGeom>
            <a:noFill/>
          </p:spPr>
          <p:txBody>
            <a:bodyPr wrap="square" rtlCol="0">
              <a:spAutoFit/>
            </a:bodyPr>
            <a:lstStyle/>
            <a:p>
              <a:pPr algn="ctr"/>
              <a:r>
                <a:rPr lang="en-US" b="1" dirty="0" err="1"/>
                <a:t>xxxxxxxxx</a:t>
              </a:r>
              <a:endParaRPr lang="en-US" b="1" dirty="0"/>
            </a:p>
          </p:txBody>
        </p:sp>
      </p:grpSp>
      <p:sp>
        <p:nvSpPr>
          <p:cNvPr id="16" name="TextBox 15">
            <a:extLst>
              <a:ext uri="{FF2B5EF4-FFF2-40B4-BE49-F238E27FC236}">
                <a16:creationId xmlns:a16="http://schemas.microsoft.com/office/drawing/2014/main" id="{66277232-5BF8-E37E-958A-05DEA241EAE9}"/>
              </a:ext>
            </a:extLst>
          </p:cNvPr>
          <p:cNvSpPr txBox="1"/>
          <p:nvPr/>
        </p:nvSpPr>
        <p:spPr>
          <a:xfrm>
            <a:off x="8145554" y="1576701"/>
            <a:ext cx="1919123" cy="369332"/>
          </a:xfrm>
          <a:prstGeom prst="rect">
            <a:avLst/>
          </a:prstGeom>
          <a:noFill/>
        </p:spPr>
        <p:txBody>
          <a:bodyPr wrap="square" rtlCol="0">
            <a:spAutoFit/>
          </a:bodyPr>
          <a:lstStyle/>
          <a:p>
            <a:pPr algn="ctr"/>
            <a:r>
              <a:rPr lang="en-US" b="1" dirty="0" err="1">
                <a:solidFill>
                  <a:schemeClr val="tx2">
                    <a:lumMod val="60000"/>
                    <a:lumOff val="40000"/>
                  </a:schemeClr>
                </a:solidFill>
              </a:rPr>
              <a:t>xxxxxx</a:t>
            </a:r>
            <a:endParaRPr lang="en-US" b="1" dirty="0">
              <a:solidFill>
                <a:schemeClr val="tx2">
                  <a:lumMod val="60000"/>
                  <a:lumOff val="40000"/>
                </a:schemeClr>
              </a:solidFill>
            </a:endParaRPr>
          </a:p>
        </p:txBody>
      </p:sp>
      <p:grpSp>
        <p:nvGrpSpPr>
          <p:cNvPr id="21" name="Group 20">
            <a:extLst>
              <a:ext uri="{FF2B5EF4-FFF2-40B4-BE49-F238E27FC236}">
                <a16:creationId xmlns:a16="http://schemas.microsoft.com/office/drawing/2014/main" id="{7922D094-CF69-C267-C131-A6D00E5B6410}"/>
              </a:ext>
            </a:extLst>
          </p:cNvPr>
          <p:cNvGrpSpPr/>
          <p:nvPr/>
        </p:nvGrpSpPr>
        <p:grpSpPr>
          <a:xfrm>
            <a:off x="6666726" y="2451525"/>
            <a:ext cx="2463634" cy="2255410"/>
            <a:chOff x="6756347" y="795487"/>
            <a:chExt cx="2096300" cy="1919123"/>
          </a:xfrm>
          <a:effectLst>
            <a:outerShdw blurRad="50800" dist="38100" dir="2700000" algn="tl" rotWithShape="0">
              <a:prstClr val="black">
                <a:alpha val="40000"/>
              </a:prstClr>
            </a:outerShdw>
          </a:effectLst>
        </p:grpSpPr>
        <p:sp>
          <p:nvSpPr>
            <p:cNvPr id="22" name="Oval 21">
              <a:extLst>
                <a:ext uri="{FF2B5EF4-FFF2-40B4-BE49-F238E27FC236}">
                  <a16:creationId xmlns:a16="http://schemas.microsoft.com/office/drawing/2014/main" id="{A94E8ADA-7293-2F2B-16BA-72BE993EB1AE}"/>
                </a:ext>
              </a:extLst>
            </p:cNvPr>
            <p:cNvSpPr/>
            <p:nvPr/>
          </p:nvSpPr>
          <p:spPr>
            <a:xfrm>
              <a:off x="6844936" y="795487"/>
              <a:ext cx="1919123" cy="19191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B59B987-D249-74DD-9794-2AF91B3C1C36}"/>
                </a:ext>
              </a:extLst>
            </p:cNvPr>
            <p:cNvSpPr txBox="1"/>
            <p:nvPr/>
          </p:nvSpPr>
          <p:spPr>
            <a:xfrm>
              <a:off x="6756347" y="1576805"/>
              <a:ext cx="2096300" cy="314264"/>
            </a:xfrm>
            <a:prstGeom prst="rect">
              <a:avLst/>
            </a:prstGeom>
            <a:noFill/>
          </p:spPr>
          <p:txBody>
            <a:bodyPr wrap="square" rtlCol="0">
              <a:spAutoFit/>
            </a:bodyPr>
            <a:lstStyle/>
            <a:p>
              <a:pPr algn="ctr"/>
              <a:r>
                <a:rPr lang="en-US" b="1" dirty="0" err="1">
                  <a:solidFill>
                    <a:schemeClr val="bg1"/>
                  </a:solidFill>
                </a:rPr>
                <a:t>xxxxxx</a:t>
              </a:r>
              <a:endParaRPr lang="en-US" b="1" dirty="0">
                <a:solidFill>
                  <a:schemeClr val="bg1"/>
                </a:solidFill>
              </a:endParaRPr>
            </a:p>
          </p:txBody>
        </p:sp>
      </p:grpSp>
      <p:grpSp>
        <p:nvGrpSpPr>
          <p:cNvPr id="24" name="Group 23">
            <a:extLst>
              <a:ext uri="{FF2B5EF4-FFF2-40B4-BE49-F238E27FC236}">
                <a16:creationId xmlns:a16="http://schemas.microsoft.com/office/drawing/2014/main" id="{1BB906C6-2126-362E-A2AB-4D608ACD7A27}"/>
              </a:ext>
            </a:extLst>
          </p:cNvPr>
          <p:cNvGrpSpPr/>
          <p:nvPr/>
        </p:nvGrpSpPr>
        <p:grpSpPr>
          <a:xfrm>
            <a:off x="7959883" y="3946482"/>
            <a:ext cx="2182190" cy="2182190"/>
            <a:chOff x="6844936" y="795487"/>
            <a:chExt cx="1919123" cy="1919123"/>
          </a:xfrm>
          <a:effectLst>
            <a:outerShdw blurRad="50800" dist="38100" dir="2700000" algn="tl" rotWithShape="0">
              <a:prstClr val="black">
                <a:alpha val="40000"/>
              </a:prstClr>
            </a:outerShdw>
          </a:effectLst>
        </p:grpSpPr>
        <p:sp>
          <p:nvSpPr>
            <p:cNvPr id="26" name="Oval 25">
              <a:extLst>
                <a:ext uri="{FF2B5EF4-FFF2-40B4-BE49-F238E27FC236}">
                  <a16:creationId xmlns:a16="http://schemas.microsoft.com/office/drawing/2014/main" id="{00B11C50-5230-E40A-244E-105FD4B71C6A}"/>
                </a:ext>
              </a:extLst>
            </p:cNvPr>
            <p:cNvSpPr/>
            <p:nvPr/>
          </p:nvSpPr>
          <p:spPr>
            <a:xfrm>
              <a:off x="6844936" y="795487"/>
              <a:ext cx="1919123" cy="1919123"/>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3DA715C-74F8-F57B-78EA-B5DB9AD1A1A9}"/>
                </a:ext>
              </a:extLst>
            </p:cNvPr>
            <p:cNvSpPr txBox="1"/>
            <p:nvPr/>
          </p:nvSpPr>
          <p:spPr>
            <a:xfrm>
              <a:off x="6898725" y="1570382"/>
              <a:ext cx="1800396" cy="324808"/>
            </a:xfrm>
            <a:prstGeom prst="rect">
              <a:avLst/>
            </a:prstGeom>
            <a:noFill/>
          </p:spPr>
          <p:txBody>
            <a:bodyPr wrap="square" rtlCol="0">
              <a:spAutoFit/>
            </a:bodyPr>
            <a:lstStyle/>
            <a:p>
              <a:pPr algn="ctr"/>
              <a:r>
                <a:rPr lang="en-US" b="1" dirty="0" err="1">
                  <a:solidFill>
                    <a:schemeClr val="bg1"/>
                  </a:solidFill>
                </a:rPr>
                <a:t>xxxxxxxxx</a:t>
              </a:r>
              <a:endParaRPr lang="en-US" b="1" dirty="0">
                <a:solidFill>
                  <a:schemeClr val="bg1"/>
                </a:solidFill>
              </a:endParaRPr>
            </a:p>
          </p:txBody>
        </p:sp>
      </p:grpSp>
      <p:sp>
        <p:nvSpPr>
          <p:cNvPr id="31" name="TextBox 30">
            <a:extLst>
              <a:ext uri="{FF2B5EF4-FFF2-40B4-BE49-F238E27FC236}">
                <a16:creationId xmlns:a16="http://schemas.microsoft.com/office/drawing/2014/main" id="{FFD87B5E-46BD-FE84-1920-47D00791934A}"/>
              </a:ext>
            </a:extLst>
          </p:cNvPr>
          <p:cNvSpPr txBox="1"/>
          <p:nvPr/>
        </p:nvSpPr>
        <p:spPr>
          <a:xfrm>
            <a:off x="1968664" y="3431203"/>
            <a:ext cx="311757" cy="584775"/>
          </a:xfrm>
          <a:prstGeom prst="rect">
            <a:avLst/>
          </a:prstGeom>
          <a:noFill/>
        </p:spPr>
        <p:txBody>
          <a:bodyPr wrap="square" rtlCol="0">
            <a:spAutoFit/>
          </a:bodyPr>
          <a:lstStyle/>
          <a:p>
            <a:r>
              <a:rPr lang="de-DE" sz="3200" b="1">
                <a:solidFill>
                  <a:schemeClr val="bg1"/>
                </a:solidFill>
                <a:latin typeface="IBM Plex Sans" panose="020B0604020202020204" pitchFamily="34" charset="0"/>
              </a:rPr>
              <a:t>!</a:t>
            </a:r>
            <a:endParaRPr lang="de-DE" sz="1800" b="1">
              <a:solidFill>
                <a:schemeClr val="bg1"/>
              </a:solidFill>
            </a:endParaRPr>
          </a:p>
        </p:txBody>
      </p:sp>
      <p:pic>
        <p:nvPicPr>
          <p:cNvPr id="36" name="Graphic 35" descr="Workflow with solid fill">
            <a:extLst>
              <a:ext uri="{FF2B5EF4-FFF2-40B4-BE49-F238E27FC236}">
                <a16:creationId xmlns:a16="http://schemas.microsoft.com/office/drawing/2014/main" id="{9C4AFF08-A542-99A9-5B1A-CA14702944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79019" y="2112653"/>
            <a:ext cx="461665" cy="461665"/>
          </a:xfrm>
          <a:prstGeom prst="rect">
            <a:avLst/>
          </a:prstGeom>
        </p:spPr>
      </p:pic>
    </p:spTree>
    <p:extLst>
      <p:ext uri="{BB962C8B-B14F-4D97-AF65-F5344CB8AC3E}">
        <p14:creationId xmlns:p14="http://schemas.microsoft.com/office/powerpoint/2010/main" val="1396604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C82185-5715-C02D-375F-5D57EC634BD6}"/>
              </a:ext>
            </a:extLst>
          </p:cNvPr>
          <p:cNvSpPr txBox="1">
            <a:spLocks/>
          </p:cNvSpPr>
          <p:nvPr/>
        </p:nvSpPr>
        <p:spPr bwMode="gray">
          <a:xfrm>
            <a:off x="380999" y="181938"/>
            <a:ext cx="9333017"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r>
              <a:rPr lang="en-US" b="1" dirty="0" err="1">
                <a:gradFill>
                  <a:gsLst>
                    <a:gs pos="0">
                      <a:srgbClr val="1555FD"/>
                    </a:gs>
                    <a:gs pos="100000">
                      <a:srgbClr val="5680F8"/>
                    </a:gs>
                  </a:gsLst>
                  <a:lin ang="10800000" scaled="1"/>
                </a:gradFill>
                <a:latin typeface="+mn-lt"/>
                <a:ea typeface="+mn-ea"/>
                <a:cs typeface="Poppins"/>
                <a:rtl val="0"/>
              </a:rPr>
              <a:t>xxxxxxxxxxxx</a:t>
            </a:r>
            <a:endParaRPr lang="en-US" b="1" dirty="0">
              <a:gradFill>
                <a:gsLst>
                  <a:gs pos="0">
                    <a:srgbClr val="1555FD"/>
                  </a:gs>
                  <a:gs pos="100000">
                    <a:srgbClr val="5680F8"/>
                  </a:gs>
                </a:gsLst>
                <a:lin ang="10800000" scaled="1"/>
              </a:gradFill>
              <a:latin typeface="+mn-lt"/>
              <a:ea typeface="+mn-ea"/>
              <a:cs typeface="Poppins"/>
              <a:rtl val="0"/>
            </a:endParaRPr>
          </a:p>
        </p:txBody>
      </p:sp>
      <p:sp>
        <p:nvSpPr>
          <p:cNvPr id="2" name="Oval 1">
            <a:extLst>
              <a:ext uri="{FF2B5EF4-FFF2-40B4-BE49-F238E27FC236}">
                <a16:creationId xmlns:a16="http://schemas.microsoft.com/office/drawing/2014/main" id="{E046B307-FA70-C3C9-FAAB-D6DACE800709}"/>
              </a:ext>
            </a:extLst>
          </p:cNvPr>
          <p:cNvSpPr/>
          <p:nvPr/>
        </p:nvSpPr>
        <p:spPr>
          <a:xfrm>
            <a:off x="6489700" y="1549400"/>
            <a:ext cx="4762500" cy="4762500"/>
          </a:xfrm>
          <a:prstGeom prst="ellipse">
            <a:avLst/>
          </a:prstGeom>
          <a:solidFill>
            <a:srgbClr val="CFE6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Oval 5">
            <a:extLst>
              <a:ext uri="{FF2B5EF4-FFF2-40B4-BE49-F238E27FC236}">
                <a16:creationId xmlns:a16="http://schemas.microsoft.com/office/drawing/2014/main" id="{DE84935F-9532-3EE4-8E19-D3832F326986}"/>
              </a:ext>
            </a:extLst>
          </p:cNvPr>
          <p:cNvSpPr/>
          <p:nvPr/>
        </p:nvSpPr>
        <p:spPr>
          <a:xfrm>
            <a:off x="7122130" y="1546442"/>
            <a:ext cx="3524250" cy="3524250"/>
          </a:xfrm>
          <a:prstGeom prst="ellipse">
            <a:avLst/>
          </a:prstGeom>
          <a:solidFill>
            <a:srgbClr val="6181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Oval 7">
            <a:extLst>
              <a:ext uri="{FF2B5EF4-FFF2-40B4-BE49-F238E27FC236}">
                <a16:creationId xmlns:a16="http://schemas.microsoft.com/office/drawing/2014/main" id="{D0231FC7-0241-D10D-7AC6-0A3A7BC94A79}"/>
              </a:ext>
            </a:extLst>
          </p:cNvPr>
          <p:cNvSpPr/>
          <p:nvPr/>
        </p:nvSpPr>
        <p:spPr>
          <a:xfrm>
            <a:off x="7848600" y="1549400"/>
            <a:ext cx="2032000" cy="2032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TextBox 9">
            <a:extLst>
              <a:ext uri="{FF2B5EF4-FFF2-40B4-BE49-F238E27FC236}">
                <a16:creationId xmlns:a16="http://schemas.microsoft.com/office/drawing/2014/main" id="{3128E078-4BC1-AF30-001E-010FF478E9F7}"/>
              </a:ext>
            </a:extLst>
          </p:cNvPr>
          <p:cNvSpPr txBox="1"/>
          <p:nvPr/>
        </p:nvSpPr>
        <p:spPr>
          <a:xfrm>
            <a:off x="8036575" y="2242234"/>
            <a:ext cx="1656049" cy="338554"/>
          </a:xfrm>
          <a:prstGeom prst="rect">
            <a:avLst/>
          </a:prstGeom>
          <a:noFill/>
        </p:spPr>
        <p:txBody>
          <a:bodyPr wrap="square" rtlCol="0">
            <a:spAutoFit/>
          </a:bodyPr>
          <a:lstStyle/>
          <a:p>
            <a:pPr algn="ctr"/>
            <a:r>
              <a:rPr lang="de-DE" sz="1600" b="1" dirty="0">
                <a:solidFill>
                  <a:schemeClr val="bg1"/>
                </a:solidFill>
              </a:rPr>
              <a:t>x</a:t>
            </a:r>
            <a:endParaRPr lang="en-US" sz="1600" b="1" dirty="0">
              <a:solidFill>
                <a:schemeClr val="bg1"/>
              </a:solidFill>
            </a:endParaRPr>
          </a:p>
        </p:txBody>
      </p:sp>
      <p:sp>
        <p:nvSpPr>
          <p:cNvPr id="17" name="TextBox 16">
            <a:extLst>
              <a:ext uri="{FF2B5EF4-FFF2-40B4-BE49-F238E27FC236}">
                <a16:creationId xmlns:a16="http://schemas.microsoft.com/office/drawing/2014/main" id="{7BC13121-0FBF-3A1D-9A3D-22FCB204F16D}"/>
              </a:ext>
            </a:extLst>
          </p:cNvPr>
          <p:cNvSpPr txBox="1"/>
          <p:nvPr/>
        </p:nvSpPr>
        <p:spPr>
          <a:xfrm>
            <a:off x="8715359" y="3726691"/>
            <a:ext cx="298479" cy="338554"/>
          </a:xfrm>
          <a:prstGeom prst="rect">
            <a:avLst/>
          </a:prstGeom>
          <a:noFill/>
        </p:spPr>
        <p:txBody>
          <a:bodyPr wrap="none" rtlCol="0">
            <a:spAutoFit/>
          </a:bodyPr>
          <a:lstStyle/>
          <a:p>
            <a:pPr algn="ctr"/>
            <a:r>
              <a:rPr lang="en-US" sz="1600" b="1" dirty="0">
                <a:solidFill>
                  <a:schemeClr val="bg1"/>
                </a:solidFill>
              </a:rPr>
              <a:t>x</a:t>
            </a:r>
          </a:p>
        </p:txBody>
      </p:sp>
      <p:sp>
        <p:nvSpPr>
          <p:cNvPr id="18" name="TextBox 17">
            <a:extLst>
              <a:ext uri="{FF2B5EF4-FFF2-40B4-BE49-F238E27FC236}">
                <a16:creationId xmlns:a16="http://schemas.microsoft.com/office/drawing/2014/main" id="{19E2B552-6D07-FD8E-FCF9-FE5C5C9749CA}"/>
              </a:ext>
            </a:extLst>
          </p:cNvPr>
          <p:cNvSpPr txBox="1"/>
          <p:nvPr/>
        </p:nvSpPr>
        <p:spPr>
          <a:xfrm>
            <a:off x="8735014" y="5248030"/>
            <a:ext cx="298480" cy="338554"/>
          </a:xfrm>
          <a:prstGeom prst="rect">
            <a:avLst/>
          </a:prstGeom>
          <a:noFill/>
        </p:spPr>
        <p:txBody>
          <a:bodyPr wrap="none" rtlCol="0">
            <a:spAutoFit/>
          </a:bodyPr>
          <a:lstStyle/>
          <a:p>
            <a:pPr algn="ctr"/>
            <a:r>
              <a:rPr lang="en-US" sz="1600" b="1" dirty="0"/>
              <a:t>x</a:t>
            </a:r>
          </a:p>
        </p:txBody>
      </p:sp>
      <p:cxnSp>
        <p:nvCxnSpPr>
          <p:cNvPr id="20" name="Straight Connector 19">
            <a:extLst>
              <a:ext uri="{FF2B5EF4-FFF2-40B4-BE49-F238E27FC236}">
                <a16:creationId xmlns:a16="http://schemas.microsoft.com/office/drawing/2014/main" id="{C6640868-B4BB-552E-1C29-1B7DAACA9092}"/>
              </a:ext>
            </a:extLst>
          </p:cNvPr>
          <p:cNvCxnSpPr>
            <a:cxnSpLocks/>
          </p:cNvCxnSpPr>
          <p:nvPr/>
        </p:nvCxnSpPr>
        <p:spPr>
          <a:xfrm>
            <a:off x="6096000" y="1546442"/>
            <a:ext cx="1940575" cy="988179"/>
          </a:xfrm>
          <a:prstGeom prst="line">
            <a:avLst/>
          </a:prstGeom>
          <a:ln w="34925">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4582511-7135-3DA0-1C03-0C92EA9B675F}"/>
              </a:ext>
            </a:extLst>
          </p:cNvPr>
          <p:cNvCxnSpPr>
            <a:cxnSpLocks/>
          </p:cNvCxnSpPr>
          <p:nvPr/>
        </p:nvCxnSpPr>
        <p:spPr>
          <a:xfrm>
            <a:off x="6096000" y="3551831"/>
            <a:ext cx="1628951" cy="378819"/>
          </a:xfrm>
          <a:prstGeom prst="line">
            <a:avLst/>
          </a:prstGeom>
          <a:ln w="34925">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1827B1E-0795-452C-CEBD-6462874EEEC9}"/>
              </a:ext>
            </a:extLst>
          </p:cNvPr>
          <p:cNvCxnSpPr>
            <a:cxnSpLocks/>
          </p:cNvCxnSpPr>
          <p:nvPr/>
        </p:nvCxnSpPr>
        <p:spPr>
          <a:xfrm>
            <a:off x="905998" y="5248030"/>
            <a:ext cx="6627885" cy="0"/>
          </a:xfrm>
          <a:prstGeom prst="line">
            <a:avLst/>
          </a:prstGeom>
          <a:ln w="34925">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45F562D-CC56-34CD-B3B7-186B819EDEC3}"/>
              </a:ext>
            </a:extLst>
          </p:cNvPr>
          <p:cNvCxnSpPr>
            <a:cxnSpLocks/>
          </p:cNvCxnSpPr>
          <p:nvPr/>
        </p:nvCxnSpPr>
        <p:spPr>
          <a:xfrm>
            <a:off x="905998" y="3551831"/>
            <a:ext cx="5197559" cy="0"/>
          </a:xfrm>
          <a:prstGeom prst="line">
            <a:avLst/>
          </a:prstGeom>
          <a:ln w="34925">
            <a:solidFill>
              <a:schemeClr val="bg2"/>
            </a:solidFill>
            <a:tailEnd type="non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2B7F7C7-10AF-2FA6-7F75-C13FB219896C}"/>
              </a:ext>
            </a:extLst>
          </p:cNvPr>
          <p:cNvCxnSpPr>
            <a:cxnSpLocks/>
          </p:cNvCxnSpPr>
          <p:nvPr/>
        </p:nvCxnSpPr>
        <p:spPr>
          <a:xfrm>
            <a:off x="905998" y="1546442"/>
            <a:ext cx="5197559" cy="0"/>
          </a:xfrm>
          <a:prstGeom prst="line">
            <a:avLst/>
          </a:prstGeom>
          <a:ln w="34925">
            <a:solidFill>
              <a:schemeClr val="bg2"/>
            </a:solidFill>
            <a:tailEnd type="non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189C0CE-7C74-DEB7-DC33-8E0F84481F27}"/>
              </a:ext>
            </a:extLst>
          </p:cNvPr>
          <p:cNvSpPr txBox="1"/>
          <p:nvPr/>
        </p:nvSpPr>
        <p:spPr>
          <a:xfrm>
            <a:off x="905998" y="1709928"/>
            <a:ext cx="5190002" cy="1000274"/>
          </a:xfrm>
          <a:prstGeom prst="rect">
            <a:avLst/>
          </a:prstGeom>
          <a:noFill/>
        </p:spPr>
        <p:txBody>
          <a:bodyPr wrap="square" rtlCol="0">
            <a:spAutoFit/>
          </a:bodyPr>
          <a:lstStyle/>
          <a:p>
            <a:pPr marL="285750" indent="-285750">
              <a:spcBef>
                <a:spcPts val="300"/>
              </a:spcBef>
              <a:buFont typeface="Arial" panose="020B0604020202020204" pitchFamily="34" charset="0"/>
              <a:buChar char="•"/>
            </a:pPr>
            <a:r>
              <a:rPr lang="en-GB" sz="1800" dirty="0">
                <a:solidFill>
                  <a:schemeClr val="tx1">
                    <a:lumMod val="85000"/>
                    <a:lumOff val="15000"/>
                  </a:schemeClr>
                </a:solidFill>
              </a:rPr>
              <a:t>x</a:t>
            </a:r>
          </a:p>
          <a:p>
            <a:pPr marL="285750" indent="-285750">
              <a:spcBef>
                <a:spcPts val="300"/>
              </a:spcBef>
              <a:buFont typeface="Arial" panose="020B0604020202020204" pitchFamily="34" charset="0"/>
              <a:buChar char="•"/>
            </a:pPr>
            <a:r>
              <a:rPr lang="en-GB" sz="1800" dirty="0">
                <a:solidFill>
                  <a:schemeClr val="tx1">
                    <a:lumMod val="85000"/>
                    <a:lumOff val="15000"/>
                  </a:schemeClr>
                </a:solidFill>
              </a:rPr>
              <a:t>x</a:t>
            </a:r>
          </a:p>
          <a:p>
            <a:pPr marL="285750" indent="-285750">
              <a:spcBef>
                <a:spcPts val="300"/>
              </a:spcBef>
              <a:buFont typeface="Arial" panose="020B0604020202020204" pitchFamily="34" charset="0"/>
              <a:buChar char="•"/>
            </a:pPr>
            <a:r>
              <a:rPr lang="en-GB" sz="1800" dirty="0">
                <a:solidFill>
                  <a:schemeClr val="tx1">
                    <a:lumMod val="85000"/>
                    <a:lumOff val="15000"/>
                  </a:schemeClr>
                </a:solidFill>
              </a:rPr>
              <a:t>x</a:t>
            </a:r>
          </a:p>
        </p:txBody>
      </p:sp>
      <p:sp>
        <p:nvSpPr>
          <p:cNvPr id="41" name="TextBox 40">
            <a:extLst>
              <a:ext uri="{FF2B5EF4-FFF2-40B4-BE49-F238E27FC236}">
                <a16:creationId xmlns:a16="http://schemas.microsoft.com/office/drawing/2014/main" id="{96702F60-5F3A-13A1-7A8B-59ECD6C71A9C}"/>
              </a:ext>
            </a:extLst>
          </p:cNvPr>
          <p:cNvSpPr txBox="1"/>
          <p:nvPr/>
        </p:nvSpPr>
        <p:spPr>
          <a:xfrm>
            <a:off x="905998" y="3673170"/>
            <a:ext cx="5190002" cy="684803"/>
          </a:xfrm>
          <a:prstGeom prst="rect">
            <a:avLst/>
          </a:prstGeom>
          <a:noFill/>
        </p:spPr>
        <p:txBody>
          <a:bodyPr wrap="square" rtlCol="0">
            <a:spAutoFit/>
          </a:bodyPr>
          <a:lstStyle/>
          <a:p>
            <a:pPr marL="285750" indent="-285750">
              <a:spcBef>
                <a:spcPts val="300"/>
              </a:spcBef>
              <a:buFont typeface="Arial" panose="020B0604020202020204" pitchFamily="34" charset="0"/>
              <a:buChar char="•"/>
            </a:pPr>
            <a:r>
              <a:rPr lang="en-GB" sz="1800" dirty="0">
                <a:solidFill>
                  <a:schemeClr val="tx1">
                    <a:lumMod val="85000"/>
                    <a:lumOff val="15000"/>
                  </a:schemeClr>
                </a:solidFill>
              </a:rPr>
              <a:t>x</a:t>
            </a:r>
          </a:p>
          <a:p>
            <a:pPr marL="285750" indent="-285750">
              <a:spcBef>
                <a:spcPts val="300"/>
              </a:spcBef>
              <a:buFont typeface="Arial" panose="020B0604020202020204" pitchFamily="34" charset="0"/>
              <a:buChar char="•"/>
            </a:pPr>
            <a:r>
              <a:rPr lang="en-GB" dirty="0">
                <a:solidFill>
                  <a:schemeClr val="tx1">
                    <a:lumMod val="85000"/>
                    <a:lumOff val="15000"/>
                  </a:schemeClr>
                </a:solidFill>
              </a:rPr>
              <a:t>x</a:t>
            </a:r>
          </a:p>
        </p:txBody>
      </p:sp>
      <p:sp>
        <p:nvSpPr>
          <p:cNvPr id="42" name="TextBox 41">
            <a:extLst>
              <a:ext uri="{FF2B5EF4-FFF2-40B4-BE49-F238E27FC236}">
                <a16:creationId xmlns:a16="http://schemas.microsoft.com/office/drawing/2014/main" id="{AD2EF810-5027-037B-D291-0CD52FC93F26}"/>
              </a:ext>
            </a:extLst>
          </p:cNvPr>
          <p:cNvSpPr txBox="1"/>
          <p:nvPr/>
        </p:nvSpPr>
        <p:spPr>
          <a:xfrm>
            <a:off x="905998" y="5387287"/>
            <a:ext cx="5190002" cy="1000274"/>
          </a:xfrm>
          <a:prstGeom prst="rect">
            <a:avLst/>
          </a:prstGeom>
          <a:noFill/>
        </p:spPr>
        <p:txBody>
          <a:bodyPr wrap="square" rtlCol="0">
            <a:spAutoFit/>
          </a:bodyPr>
          <a:lstStyle/>
          <a:p>
            <a:pPr marL="285750" indent="-285750">
              <a:spcBef>
                <a:spcPts val="300"/>
              </a:spcBef>
              <a:buFont typeface="Arial" panose="020B0604020202020204" pitchFamily="34" charset="0"/>
              <a:buChar char="•"/>
            </a:pPr>
            <a:r>
              <a:rPr lang="en-GB" sz="1800" dirty="0">
                <a:solidFill>
                  <a:schemeClr val="tx1">
                    <a:lumMod val="85000"/>
                    <a:lumOff val="15000"/>
                  </a:schemeClr>
                </a:solidFill>
              </a:rPr>
              <a:t>x</a:t>
            </a:r>
          </a:p>
          <a:p>
            <a:pPr marL="285750" indent="-285750">
              <a:spcBef>
                <a:spcPts val="300"/>
              </a:spcBef>
              <a:buFont typeface="Arial" panose="020B0604020202020204" pitchFamily="34" charset="0"/>
              <a:buChar char="•"/>
            </a:pPr>
            <a:r>
              <a:rPr lang="en-GB" dirty="0">
                <a:solidFill>
                  <a:schemeClr val="tx1">
                    <a:lumMod val="85000"/>
                    <a:lumOff val="15000"/>
                  </a:schemeClr>
                </a:solidFill>
              </a:rPr>
              <a:t>x</a:t>
            </a:r>
            <a:endParaRPr lang="en-GB" sz="1800" dirty="0">
              <a:solidFill>
                <a:schemeClr val="tx1">
                  <a:lumMod val="85000"/>
                  <a:lumOff val="15000"/>
                </a:schemeClr>
              </a:solidFill>
            </a:endParaRPr>
          </a:p>
          <a:p>
            <a:pPr marL="285750" indent="-285750">
              <a:spcBef>
                <a:spcPts val="300"/>
              </a:spcBef>
              <a:buFont typeface="Arial" panose="020B0604020202020204" pitchFamily="34" charset="0"/>
              <a:buChar char="•"/>
            </a:pPr>
            <a:endParaRPr lang="en-GB" sz="1800" dirty="0">
              <a:solidFill>
                <a:schemeClr val="tx1">
                  <a:lumMod val="85000"/>
                  <a:lumOff val="15000"/>
                </a:schemeClr>
              </a:solidFill>
            </a:endParaRPr>
          </a:p>
        </p:txBody>
      </p:sp>
      <p:sp>
        <p:nvSpPr>
          <p:cNvPr id="3" name="TextBox 2">
            <a:extLst>
              <a:ext uri="{FF2B5EF4-FFF2-40B4-BE49-F238E27FC236}">
                <a16:creationId xmlns:a16="http://schemas.microsoft.com/office/drawing/2014/main" id="{0371E92B-2358-21A0-CFA2-2F3E1A9DA8F9}"/>
              </a:ext>
            </a:extLst>
          </p:cNvPr>
          <p:cNvSpPr txBox="1"/>
          <p:nvPr/>
        </p:nvSpPr>
        <p:spPr>
          <a:xfrm>
            <a:off x="11841324" y="6516711"/>
            <a:ext cx="432241" cy="276999"/>
          </a:xfrm>
          <a:prstGeom prst="rect">
            <a:avLst/>
          </a:prstGeom>
          <a:noFill/>
        </p:spPr>
        <p:txBody>
          <a:bodyPr wrap="square" rtlCol="0">
            <a:spAutoFit/>
          </a:bodyPr>
          <a:lstStyle/>
          <a:p>
            <a:r>
              <a:rPr lang="en-US" sz="1200"/>
              <a:t>22</a:t>
            </a:r>
            <a:endParaRPr lang="en-US"/>
          </a:p>
        </p:txBody>
      </p:sp>
    </p:spTree>
    <p:extLst>
      <p:ext uri="{BB962C8B-B14F-4D97-AF65-F5344CB8AC3E}">
        <p14:creationId xmlns:p14="http://schemas.microsoft.com/office/powerpoint/2010/main" val="3831402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C82185-5715-C02D-375F-5D57EC634BD6}"/>
              </a:ext>
            </a:extLst>
          </p:cNvPr>
          <p:cNvSpPr txBox="1">
            <a:spLocks/>
          </p:cNvSpPr>
          <p:nvPr/>
        </p:nvSpPr>
        <p:spPr bwMode="gray">
          <a:xfrm>
            <a:off x="381000" y="181938"/>
            <a:ext cx="7464040" cy="864000"/>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chemeClr val="accent1"/>
                </a:solidFill>
                <a:latin typeface="+mj-lt"/>
                <a:ea typeface="+mj-ea"/>
                <a:cs typeface="+mj-cs"/>
              </a:defRPr>
            </a:lvl1pPr>
          </a:lstStyle>
          <a:p>
            <a:r>
              <a:rPr lang="en-US" b="1" dirty="0">
                <a:gradFill>
                  <a:gsLst>
                    <a:gs pos="0">
                      <a:srgbClr val="1555FD"/>
                    </a:gs>
                    <a:gs pos="100000">
                      <a:srgbClr val="5680F8"/>
                    </a:gs>
                  </a:gsLst>
                  <a:lin ang="10800000" scaled="1"/>
                </a:gradFill>
                <a:latin typeface="+mn-lt"/>
                <a:ea typeface="+mn-ea"/>
                <a:cs typeface="Poppins"/>
                <a:rtl val="0"/>
              </a:rPr>
              <a:t>XXXXXXXXX</a:t>
            </a:r>
          </a:p>
        </p:txBody>
      </p:sp>
      <p:sp>
        <p:nvSpPr>
          <p:cNvPr id="6" name="Freeform 33">
            <a:extLst>
              <a:ext uri="{FF2B5EF4-FFF2-40B4-BE49-F238E27FC236}">
                <a16:creationId xmlns:a16="http://schemas.microsoft.com/office/drawing/2014/main" id="{0A18F451-F1EA-3516-2A3B-1C9EC50F5471}"/>
              </a:ext>
            </a:extLst>
          </p:cNvPr>
          <p:cNvSpPr>
            <a:spLocks/>
          </p:cNvSpPr>
          <p:nvPr/>
        </p:nvSpPr>
        <p:spPr bwMode="auto">
          <a:xfrm rot="257989">
            <a:off x="891402" y="3414410"/>
            <a:ext cx="12836570" cy="5296541"/>
          </a:xfrm>
          <a:custGeom>
            <a:avLst/>
            <a:gdLst>
              <a:gd name="T0" fmla="*/ 7155 w 8538"/>
              <a:gd name="T1" fmla="*/ 1279 h 4019"/>
              <a:gd name="T2" fmla="*/ 7117 w 8538"/>
              <a:gd name="T3" fmla="*/ 1352 h 4019"/>
              <a:gd name="T4" fmla="*/ 6995 w 8538"/>
              <a:gd name="T5" fmla="*/ 1428 h 4019"/>
              <a:gd name="T6" fmla="*/ 6781 w 8538"/>
              <a:gd name="T7" fmla="*/ 1497 h 4019"/>
              <a:gd name="T8" fmla="*/ 6172 w 8538"/>
              <a:gd name="T9" fmla="*/ 1627 h 4019"/>
              <a:gd name="T10" fmla="*/ 4818 w 8538"/>
              <a:gd name="T11" fmla="*/ 1841 h 4019"/>
              <a:gd name="T12" fmla="*/ 2796 w 8538"/>
              <a:gd name="T13" fmla="*/ 2144 h 4019"/>
              <a:gd name="T14" fmla="*/ 1567 w 8538"/>
              <a:gd name="T15" fmla="*/ 2364 h 4019"/>
              <a:gd name="T16" fmla="*/ 1060 w 8538"/>
              <a:gd name="T17" fmla="*/ 2481 h 4019"/>
              <a:gd name="T18" fmla="*/ 718 w 8538"/>
              <a:gd name="T19" fmla="*/ 2585 h 4019"/>
              <a:gd name="T20" fmla="*/ 468 w 8538"/>
              <a:gd name="T21" fmla="*/ 2702 h 4019"/>
              <a:gd name="T22" fmla="*/ 390 w 8538"/>
              <a:gd name="T23" fmla="*/ 2764 h 4019"/>
              <a:gd name="T24" fmla="*/ 353 w 8538"/>
              <a:gd name="T25" fmla="*/ 2820 h 4019"/>
              <a:gd name="T26" fmla="*/ 370 w 8538"/>
              <a:gd name="T27" fmla="*/ 2876 h 4019"/>
              <a:gd name="T28" fmla="*/ 445 w 8538"/>
              <a:gd name="T29" fmla="*/ 2969 h 4019"/>
              <a:gd name="T30" fmla="*/ 602 w 8538"/>
              <a:gd name="T31" fmla="*/ 3098 h 4019"/>
              <a:gd name="T32" fmla="*/ 943 w 8538"/>
              <a:gd name="T33" fmla="*/ 3300 h 4019"/>
              <a:gd name="T34" fmla="*/ 1377 w 8538"/>
              <a:gd name="T35" fmla="*/ 3501 h 4019"/>
              <a:gd name="T36" fmla="*/ 2058 w 8538"/>
              <a:gd name="T37" fmla="*/ 3755 h 4019"/>
              <a:gd name="T38" fmla="*/ 2381 w 8538"/>
              <a:gd name="T39" fmla="*/ 3862 h 4019"/>
              <a:gd name="T40" fmla="*/ 2881 w 8538"/>
              <a:gd name="T41" fmla="*/ 4007 h 4019"/>
              <a:gd name="T42" fmla="*/ 1301 w 8538"/>
              <a:gd name="T43" fmla="*/ 3912 h 4019"/>
              <a:gd name="T44" fmla="*/ 723 w 8538"/>
              <a:gd name="T45" fmla="*/ 3627 h 4019"/>
              <a:gd name="T46" fmla="*/ 451 w 8538"/>
              <a:gd name="T47" fmla="*/ 3457 h 4019"/>
              <a:gd name="T48" fmla="*/ 225 w 8538"/>
              <a:gd name="T49" fmla="*/ 3274 h 4019"/>
              <a:gd name="T50" fmla="*/ 103 w 8538"/>
              <a:gd name="T51" fmla="*/ 3132 h 4019"/>
              <a:gd name="T52" fmla="*/ 31 w 8538"/>
              <a:gd name="T53" fmla="*/ 2999 h 4019"/>
              <a:gd name="T54" fmla="*/ 0 w 8538"/>
              <a:gd name="T55" fmla="*/ 2852 h 4019"/>
              <a:gd name="T56" fmla="*/ 16 w 8538"/>
              <a:gd name="T57" fmla="*/ 2712 h 4019"/>
              <a:gd name="T58" fmla="*/ 90 w 8538"/>
              <a:gd name="T59" fmla="*/ 2567 h 4019"/>
              <a:gd name="T60" fmla="*/ 187 w 8538"/>
              <a:gd name="T61" fmla="*/ 2465 h 4019"/>
              <a:gd name="T62" fmla="*/ 363 w 8538"/>
              <a:gd name="T63" fmla="*/ 2351 h 4019"/>
              <a:gd name="T64" fmla="*/ 678 w 8538"/>
              <a:gd name="T65" fmla="*/ 2225 h 4019"/>
              <a:gd name="T66" fmla="*/ 986 w 8538"/>
              <a:gd name="T67" fmla="*/ 2143 h 4019"/>
              <a:gd name="T68" fmla="*/ 1875 w 8538"/>
              <a:gd name="T69" fmla="*/ 1976 h 4019"/>
              <a:gd name="T70" fmla="*/ 3167 w 8538"/>
              <a:gd name="T71" fmla="*/ 1794 h 4019"/>
              <a:gd name="T72" fmla="*/ 5366 w 8538"/>
              <a:gd name="T73" fmla="*/ 1524 h 4019"/>
              <a:gd name="T74" fmla="*/ 6396 w 8538"/>
              <a:gd name="T75" fmla="*/ 1376 h 4019"/>
              <a:gd name="T76" fmla="*/ 6843 w 8538"/>
              <a:gd name="T77" fmla="*/ 1279 h 4019"/>
              <a:gd name="T78" fmla="*/ 6862 w 8538"/>
              <a:gd name="T79" fmla="*/ 1238 h 4019"/>
              <a:gd name="T80" fmla="*/ 6168 w 8538"/>
              <a:gd name="T81" fmla="*/ 1077 h 4019"/>
              <a:gd name="T82" fmla="*/ 4897 w 8538"/>
              <a:gd name="T83" fmla="*/ 824 h 4019"/>
              <a:gd name="T84" fmla="*/ 4448 w 8538"/>
              <a:gd name="T85" fmla="*/ 710 h 4019"/>
              <a:gd name="T86" fmla="*/ 4300 w 8538"/>
              <a:gd name="T87" fmla="*/ 646 h 4019"/>
              <a:gd name="T88" fmla="*/ 4247 w 8538"/>
              <a:gd name="T89" fmla="*/ 591 h 4019"/>
              <a:gd name="T90" fmla="*/ 4241 w 8538"/>
              <a:gd name="T91" fmla="*/ 539 h 4019"/>
              <a:gd name="T92" fmla="*/ 4282 w 8538"/>
              <a:gd name="T93" fmla="*/ 481 h 4019"/>
              <a:gd name="T94" fmla="*/ 4362 w 8538"/>
              <a:gd name="T95" fmla="*/ 444 h 4019"/>
              <a:gd name="T96" fmla="*/ 4630 w 8538"/>
              <a:gd name="T97" fmla="*/ 390 h 4019"/>
              <a:gd name="T98" fmla="*/ 4836 w 8538"/>
              <a:gd name="T99" fmla="*/ 463 h 4019"/>
              <a:gd name="T100" fmla="*/ 4470 w 8538"/>
              <a:gd name="T101" fmla="*/ 526 h 4019"/>
              <a:gd name="T102" fmla="*/ 4368 w 8538"/>
              <a:gd name="T103" fmla="*/ 557 h 4019"/>
              <a:gd name="T104" fmla="*/ 4515 w 8538"/>
              <a:gd name="T105" fmla="*/ 608 h 4019"/>
              <a:gd name="T106" fmla="*/ 5094 w 8538"/>
              <a:gd name="T107" fmla="*/ 729 h 4019"/>
              <a:gd name="T108" fmla="*/ 6225 w 8538"/>
              <a:gd name="T109" fmla="*/ 923 h 4019"/>
              <a:gd name="T110" fmla="*/ 6855 w 8538"/>
              <a:gd name="T111" fmla="*/ 1051 h 4019"/>
              <a:gd name="T112" fmla="*/ 7006 w 8538"/>
              <a:gd name="T113" fmla="*/ 1095 h 4019"/>
              <a:gd name="T114" fmla="*/ 7115 w 8538"/>
              <a:gd name="T115" fmla="*/ 1157 h 4019"/>
              <a:gd name="T116" fmla="*/ 7153 w 8538"/>
              <a:gd name="T117" fmla="*/ 1221 h 4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538" h="4019">
                <a:moveTo>
                  <a:pt x="7153" y="1221"/>
                </a:moveTo>
                <a:lnTo>
                  <a:pt x="7153" y="1221"/>
                </a:lnTo>
                <a:lnTo>
                  <a:pt x="7155" y="1235"/>
                </a:lnTo>
                <a:lnTo>
                  <a:pt x="7158" y="1249"/>
                </a:lnTo>
                <a:lnTo>
                  <a:pt x="7157" y="1264"/>
                </a:lnTo>
                <a:lnTo>
                  <a:pt x="7155" y="1279"/>
                </a:lnTo>
                <a:lnTo>
                  <a:pt x="7152" y="1293"/>
                </a:lnTo>
                <a:lnTo>
                  <a:pt x="7146" y="1308"/>
                </a:lnTo>
                <a:lnTo>
                  <a:pt x="7139" y="1322"/>
                </a:lnTo>
                <a:lnTo>
                  <a:pt x="7130" y="1336"/>
                </a:lnTo>
                <a:lnTo>
                  <a:pt x="7130" y="1336"/>
                </a:lnTo>
                <a:lnTo>
                  <a:pt x="7117" y="1352"/>
                </a:lnTo>
                <a:lnTo>
                  <a:pt x="7102" y="1365"/>
                </a:lnTo>
                <a:lnTo>
                  <a:pt x="7086" y="1378"/>
                </a:lnTo>
                <a:lnTo>
                  <a:pt x="7069" y="1390"/>
                </a:lnTo>
                <a:lnTo>
                  <a:pt x="7051" y="1401"/>
                </a:lnTo>
                <a:lnTo>
                  <a:pt x="7032" y="1410"/>
                </a:lnTo>
                <a:lnTo>
                  <a:pt x="6995" y="1428"/>
                </a:lnTo>
                <a:lnTo>
                  <a:pt x="6995" y="1428"/>
                </a:lnTo>
                <a:lnTo>
                  <a:pt x="6961" y="1442"/>
                </a:lnTo>
                <a:lnTo>
                  <a:pt x="6922" y="1455"/>
                </a:lnTo>
                <a:lnTo>
                  <a:pt x="6879" y="1469"/>
                </a:lnTo>
                <a:lnTo>
                  <a:pt x="6832" y="1483"/>
                </a:lnTo>
                <a:lnTo>
                  <a:pt x="6781" y="1497"/>
                </a:lnTo>
                <a:lnTo>
                  <a:pt x="6727" y="1511"/>
                </a:lnTo>
                <a:lnTo>
                  <a:pt x="6668" y="1526"/>
                </a:lnTo>
                <a:lnTo>
                  <a:pt x="6607" y="1539"/>
                </a:lnTo>
                <a:lnTo>
                  <a:pt x="6473" y="1568"/>
                </a:lnTo>
                <a:lnTo>
                  <a:pt x="6328" y="1597"/>
                </a:lnTo>
                <a:lnTo>
                  <a:pt x="6172" y="1627"/>
                </a:lnTo>
                <a:lnTo>
                  <a:pt x="6003" y="1656"/>
                </a:lnTo>
                <a:lnTo>
                  <a:pt x="5825" y="1686"/>
                </a:lnTo>
                <a:lnTo>
                  <a:pt x="5638" y="1717"/>
                </a:lnTo>
                <a:lnTo>
                  <a:pt x="5443" y="1747"/>
                </a:lnTo>
                <a:lnTo>
                  <a:pt x="5241" y="1778"/>
                </a:lnTo>
                <a:lnTo>
                  <a:pt x="4818" y="1841"/>
                </a:lnTo>
                <a:lnTo>
                  <a:pt x="4378" y="1906"/>
                </a:lnTo>
                <a:lnTo>
                  <a:pt x="3926" y="1972"/>
                </a:lnTo>
                <a:lnTo>
                  <a:pt x="3470" y="2040"/>
                </a:lnTo>
                <a:lnTo>
                  <a:pt x="3243" y="2074"/>
                </a:lnTo>
                <a:lnTo>
                  <a:pt x="3019" y="2109"/>
                </a:lnTo>
                <a:lnTo>
                  <a:pt x="2796" y="2144"/>
                </a:lnTo>
                <a:lnTo>
                  <a:pt x="2577" y="2179"/>
                </a:lnTo>
                <a:lnTo>
                  <a:pt x="2363" y="2216"/>
                </a:lnTo>
                <a:lnTo>
                  <a:pt x="2153" y="2252"/>
                </a:lnTo>
                <a:lnTo>
                  <a:pt x="1951" y="2288"/>
                </a:lnTo>
                <a:lnTo>
                  <a:pt x="1755" y="2326"/>
                </a:lnTo>
                <a:lnTo>
                  <a:pt x="1567" y="2364"/>
                </a:lnTo>
                <a:lnTo>
                  <a:pt x="1387" y="2402"/>
                </a:lnTo>
                <a:lnTo>
                  <a:pt x="1302" y="2422"/>
                </a:lnTo>
                <a:lnTo>
                  <a:pt x="1218" y="2442"/>
                </a:lnTo>
                <a:lnTo>
                  <a:pt x="1137" y="2461"/>
                </a:lnTo>
                <a:lnTo>
                  <a:pt x="1060" y="2481"/>
                </a:lnTo>
                <a:lnTo>
                  <a:pt x="1060" y="2481"/>
                </a:lnTo>
                <a:lnTo>
                  <a:pt x="984" y="2500"/>
                </a:lnTo>
                <a:lnTo>
                  <a:pt x="900" y="2525"/>
                </a:lnTo>
                <a:lnTo>
                  <a:pt x="855" y="2538"/>
                </a:lnTo>
                <a:lnTo>
                  <a:pt x="810" y="2552"/>
                </a:lnTo>
                <a:lnTo>
                  <a:pt x="764" y="2567"/>
                </a:lnTo>
                <a:lnTo>
                  <a:pt x="718" y="2585"/>
                </a:lnTo>
                <a:lnTo>
                  <a:pt x="673" y="2602"/>
                </a:lnTo>
                <a:lnTo>
                  <a:pt x="628" y="2619"/>
                </a:lnTo>
                <a:lnTo>
                  <a:pt x="584" y="2639"/>
                </a:lnTo>
                <a:lnTo>
                  <a:pt x="544" y="2659"/>
                </a:lnTo>
                <a:lnTo>
                  <a:pt x="505" y="2680"/>
                </a:lnTo>
                <a:lnTo>
                  <a:pt x="468" y="2702"/>
                </a:lnTo>
                <a:lnTo>
                  <a:pt x="451" y="2714"/>
                </a:lnTo>
                <a:lnTo>
                  <a:pt x="435" y="2725"/>
                </a:lnTo>
                <a:lnTo>
                  <a:pt x="420" y="2738"/>
                </a:lnTo>
                <a:lnTo>
                  <a:pt x="406" y="2749"/>
                </a:lnTo>
                <a:lnTo>
                  <a:pt x="406" y="2749"/>
                </a:lnTo>
                <a:lnTo>
                  <a:pt x="390" y="2764"/>
                </a:lnTo>
                <a:lnTo>
                  <a:pt x="375" y="2782"/>
                </a:lnTo>
                <a:lnTo>
                  <a:pt x="367" y="2791"/>
                </a:lnTo>
                <a:lnTo>
                  <a:pt x="361" y="2801"/>
                </a:lnTo>
                <a:lnTo>
                  <a:pt x="356" y="2810"/>
                </a:lnTo>
                <a:lnTo>
                  <a:pt x="353" y="2820"/>
                </a:lnTo>
                <a:lnTo>
                  <a:pt x="353" y="2820"/>
                </a:lnTo>
                <a:lnTo>
                  <a:pt x="353" y="2828"/>
                </a:lnTo>
                <a:lnTo>
                  <a:pt x="354" y="2835"/>
                </a:lnTo>
                <a:lnTo>
                  <a:pt x="357" y="2848"/>
                </a:lnTo>
                <a:lnTo>
                  <a:pt x="357" y="2848"/>
                </a:lnTo>
                <a:lnTo>
                  <a:pt x="363" y="2862"/>
                </a:lnTo>
                <a:lnTo>
                  <a:pt x="370" y="2876"/>
                </a:lnTo>
                <a:lnTo>
                  <a:pt x="378" y="2889"/>
                </a:lnTo>
                <a:lnTo>
                  <a:pt x="387" y="2903"/>
                </a:lnTo>
                <a:lnTo>
                  <a:pt x="407" y="2928"/>
                </a:lnTo>
                <a:lnTo>
                  <a:pt x="427" y="2950"/>
                </a:lnTo>
                <a:lnTo>
                  <a:pt x="427" y="2950"/>
                </a:lnTo>
                <a:lnTo>
                  <a:pt x="445" y="2969"/>
                </a:lnTo>
                <a:lnTo>
                  <a:pt x="463" y="2988"/>
                </a:lnTo>
                <a:lnTo>
                  <a:pt x="484" y="3006"/>
                </a:lnTo>
                <a:lnTo>
                  <a:pt x="506" y="3025"/>
                </a:lnTo>
                <a:lnTo>
                  <a:pt x="528" y="3043"/>
                </a:lnTo>
                <a:lnTo>
                  <a:pt x="552" y="3062"/>
                </a:lnTo>
                <a:lnTo>
                  <a:pt x="602" y="3098"/>
                </a:lnTo>
                <a:lnTo>
                  <a:pt x="655" y="3134"/>
                </a:lnTo>
                <a:lnTo>
                  <a:pt x="709" y="3169"/>
                </a:lnTo>
                <a:lnTo>
                  <a:pt x="766" y="3203"/>
                </a:lnTo>
                <a:lnTo>
                  <a:pt x="825" y="3237"/>
                </a:lnTo>
                <a:lnTo>
                  <a:pt x="884" y="3269"/>
                </a:lnTo>
                <a:lnTo>
                  <a:pt x="943" y="3300"/>
                </a:lnTo>
                <a:lnTo>
                  <a:pt x="1001" y="3330"/>
                </a:lnTo>
                <a:lnTo>
                  <a:pt x="1059" y="3358"/>
                </a:lnTo>
                <a:lnTo>
                  <a:pt x="1168" y="3409"/>
                </a:lnTo>
                <a:lnTo>
                  <a:pt x="1266" y="3453"/>
                </a:lnTo>
                <a:lnTo>
                  <a:pt x="1266" y="3453"/>
                </a:lnTo>
                <a:lnTo>
                  <a:pt x="1377" y="3501"/>
                </a:lnTo>
                <a:lnTo>
                  <a:pt x="1488" y="3547"/>
                </a:lnTo>
                <a:lnTo>
                  <a:pt x="1600" y="3590"/>
                </a:lnTo>
                <a:lnTo>
                  <a:pt x="1714" y="3634"/>
                </a:lnTo>
                <a:lnTo>
                  <a:pt x="1829" y="3676"/>
                </a:lnTo>
                <a:lnTo>
                  <a:pt x="1943" y="3716"/>
                </a:lnTo>
                <a:lnTo>
                  <a:pt x="2058" y="3755"/>
                </a:lnTo>
                <a:lnTo>
                  <a:pt x="2172" y="3792"/>
                </a:lnTo>
                <a:lnTo>
                  <a:pt x="2172" y="3792"/>
                </a:lnTo>
                <a:lnTo>
                  <a:pt x="2233" y="3812"/>
                </a:lnTo>
                <a:lnTo>
                  <a:pt x="2233" y="3812"/>
                </a:lnTo>
                <a:lnTo>
                  <a:pt x="2303" y="3836"/>
                </a:lnTo>
                <a:lnTo>
                  <a:pt x="2381" y="3862"/>
                </a:lnTo>
                <a:lnTo>
                  <a:pt x="2479" y="3895"/>
                </a:lnTo>
                <a:lnTo>
                  <a:pt x="2591" y="3929"/>
                </a:lnTo>
                <a:lnTo>
                  <a:pt x="2709" y="3964"/>
                </a:lnTo>
                <a:lnTo>
                  <a:pt x="2767" y="3980"/>
                </a:lnTo>
                <a:lnTo>
                  <a:pt x="2825" y="3994"/>
                </a:lnTo>
                <a:lnTo>
                  <a:pt x="2881" y="4007"/>
                </a:lnTo>
                <a:lnTo>
                  <a:pt x="2934" y="4019"/>
                </a:lnTo>
                <a:lnTo>
                  <a:pt x="1555" y="4019"/>
                </a:lnTo>
                <a:lnTo>
                  <a:pt x="1555" y="4019"/>
                </a:lnTo>
                <a:lnTo>
                  <a:pt x="1476" y="3987"/>
                </a:lnTo>
                <a:lnTo>
                  <a:pt x="1391" y="3951"/>
                </a:lnTo>
                <a:lnTo>
                  <a:pt x="1301" y="3912"/>
                </a:lnTo>
                <a:lnTo>
                  <a:pt x="1208" y="3870"/>
                </a:lnTo>
                <a:lnTo>
                  <a:pt x="1112" y="3827"/>
                </a:lnTo>
                <a:lnTo>
                  <a:pt x="1015" y="3780"/>
                </a:lnTo>
                <a:lnTo>
                  <a:pt x="916" y="3731"/>
                </a:lnTo>
                <a:lnTo>
                  <a:pt x="819" y="3680"/>
                </a:lnTo>
                <a:lnTo>
                  <a:pt x="723" y="3627"/>
                </a:lnTo>
                <a:lnTo>
                  <a:pt x="675" y="3600"/>
                </a:lnTo>
                <a:lnTo>
                  <a:pt x="628" y="3572"/>
                </a:lnTo>
                <a:lnTo>
                  <a:pt x="582" y="3543"/>
                </a:lnTo>
                <a:lnTo>
                  <a:pt x="537" y="3515"/>
                </a:lnTo>
                <a:lnTo>
                  <a:pt x="493" y="3486"/>
                </a:lnTo>
                <a:lnTo>
                  <a:pt x="451" y="3457"/>
                </a:lnTo>
                <a:lnTo>
                  <a:pt x="409" y="3427"/>
                </a:lnTo>
                <a:lnTo>
                  <a:pt x="369" y="3397"/>
                </a:lnTo>
                <a:lnTo>
                  <a:pt x="331" y="3367"/>
                </a:lnTo>
                <a:lnTo>
                  <a:pt x="294" y="3336"/>
                </a:lnTo>
                <a:lnTo>
                  <a:pt x="258" y="3305"/>
                </a:lnTo>
                <a:lnTo>
                  <a:pt x="225" y="3274"/>
                </a:lnTo>
                <a:lnTo>
                  <a:pt x="194" y="3242"/>
                </a:lnTo>
                <a:lnTo>
                  <a:pt x="165" y="3211"/>
                </a:lnTo>
                <a:lnTo>
                  <a:pt x="165" y="3211"/>
                </a:lnTo>
                <a:lnTo>
                  <a:pt x="133" y="3172"/>
                </a:lnTo>
                <a:lnTo>
                  <a:pt x="118" y="3151"/>
                </a:lnTo>
                <a:lnTo>
                  <a:pt x="103" y="3132"/>
                </a:lnTo>
                <a:lnTo>
                  <a:pt x="89" y="3110"/>
                </a:lnTo>
                <a:lnTo>
                  <a:pt x="75" y="3089"/>
                </a:lnTo>
                <a:lnTo>
                  <a:pt x="64" y="3067"/>
                </a:lnTo>
                <a:lnTo>
                  <a:pt x="52" y="3045"/>
                </a:lnTo>
                <a:lnTo>
                  <a:pt x="42" y="3022"/>
                </a:lnTo>
                <a:lnTo>
                  <a:pt x="31" y="2999"/>
                </a:lnTo>
                <a:lnTo>
                  <a:pt x="23" y="2975"/>
                </a:lnTo>
                <a:lnTo>
                  <a:pt x="16" y="2952"/>
                </a:lnTo>
                <a:lnTo>
                  <a:pt x="11" y="2927"/>
                </a:lnTo>
                <a:lnTo>
                  <a:pt x="6" y="2903"/>
                </a:lnTo>
                <a:lnTo>
                  <a:pt x="3" y="2877"/>
                </a:lnTo>
                <a:lnTo>
                  <a:pt x="0" y="2852"/>
                </a:lnTo>
                <a:lnTo>
                  <a:pt x="0" y="2852"/>
                </a:lnTo>
                <a:lnTo>
                  <a:pt x="0" y="2822"/>
                </a:lnTo>
                <a:lnTo>
                  <a:pt x="1" y="2794"/>
                </a:lnTo>
                <a:lnTo>
                  <a:pt x="5" y="2765"/>
                </a:lnTo>
                <a:lnTo>
                  <a:pt x="10" y="2739"/>
                </a:lnTo>
                <a:lnTo>
                  <a:pt x="16" y="2712"/>
                </a:lnTo>
                <a:lnTo>
                  <a:pt x="26" y="2686"/>
                </a:lnTo>
                <a:lnTo>
                  <a:pt x="35" y="2661"/>
                </a:lnTo>
                <a:lnTo>
                  <a:pt x="46" y="2636"/>
                </a:lnTo>
                <a:lnTo>
                  <a:pt x="60" y="2612"/>
                </a:lnTo>
                <a:lnTo>
                  <a:pt x="74" y="2589"/>
                </a:lnTo>
                <a:lnTo>
                  <a:pt x="90" y="2567"/>
                </a:lnTo>
                <a:lnTo>
                  <a:pt x="107" y="2545"/>
                </a:lnTo>
                <a:lnTo>
                  <a:pt x="126" y="2525"/>
                </a:lnTo>
                <a:lnTo>
                  <a:pt x="144" y="2504"/>
                </a:lnTo>
                <a:lnTo>
                  <a:pt x="165" y="2484"/>
                </a:lnTo>
                <a:lnTo>
                  <a:pt x="187" y="2465"/>
                </a:lnTo>
                <a:lnTo>
                  <a:pt x="187" y="2465"/>
                </a:lnTo>
                <a:lnTo>
                  <a:pt x="206" y="2450"/>
                </a:lnTo>
                <a:lnTo>
                  <a:pt x="227" y="2434"/>
                </a:lnTo>
                <a:lnTo>
                  <a:pt x="248" y="2419"/>
                </a:lnTo>
                <a:lnTo>
                  <a:pt x="270" y="2404"/>
                </a:lnTo>
                <a:lnTo>
                  <a:pt x="316" y="2376"/>
                </a:lnTo>
                <a:lnTo>
                  <a:pt x="363" y="2351"/>
                </a:lnTo>
                <a:lnTo>
                  <a:pt x="413" y="2325"/>
                </a:lnTo>
                <a:lnTo>
                  <a:pt x="465" y="2302"/>
                </a:lnTo>
                <a:lnTo>
                  <a:pt x="516" y="2281"/>
                </a:lnTo>
                <a:lnTo>
                  <a:pt x="569" y="2261"/>
                </a:lnTo>
                <a:lnTo>
                  <a:pt x="624" y="2242"/>
                </a:lnTo>
                <a:lnTo>
                  <a:pt x="678" y="2225"/>
                </a:lnTo>
                <a:lnTo>
                  <a:pt x="731" y="2209"/>
                </a:lnTo>
                <a:lnTo>
                  <a:pt x="784" y="2194"/>
                </a:lnTo>
                <a:lnTo>
                  <a:pt x="837" y="2180"/>
                </a:lnTo>
                <a:lnTo>
                  <a:pt x="887" y="2167"/>
                </a:lnTo>
                <a:lnTo>
                  <a:pt x="986" y="2143"/>
                </a:lnTo>
                <a:lnTo>
                  <a:pt x="986" y="2143"/>
                </a:lnTo>
                <a:lnTo>
                  <a:pt x="1064" y="2126"/>
                </a:lnTo>
                <a:lnTo>
                  <a:pt x="1144" y="2109"/>
                </a:lnTo>
                <a:lnTo>
                  <a:pt x="1312" y="2074"/>
                </a:lnTo>
                <a:lnTo>
                  <a:pt x="1491" y="2041"/>
                </a:lnTo>
                <a:lnTo>
                  <a:pt x="1679" y="2008"/>
                </a:lnTo>
                <a:lnTo>
                  <a:pt x="1875" y="1976"/>
                </a:lnTo>
                <a:lnTo>
                  <a:pt x="2077" y="1944"/>
                </a:lnTo>
                <a:lnTo>
                  <a:pt x="2287" y="1913"/>
                </a:lnTo>
                <a:lnTo>
                  <a:pt x="2501" y="1883"/>
                </a:lnTo>
                <a:lnTo>
                  <a:pt x="2720" y="1853"/>
                </a:lnTo>
                <a:lnTo>
                  <a:pt x="2942" y="1823"/>
                </a:lnTo>
                <a:lnTo>
                  <a:pt x="3167" y="1794"/>
                </a:lnTo>
                <a:lnTo>
                  <a:pt x="3394" y="1765"/>
                </a:lnTo>
                <a:lnTo>
                  <a:pt x="3849" y="1710"/>
                </a:lnTo>
                <a:lnTo>
                  <a:pt x="4301" y="1655"/>
                </a:lnTo>
                <a:lnTo>
                  <a:pt x="4741" y="1602"/>
                </a:lnTo>
                <a:lnTo>
                  <a:pt x="5164" y="1551"/>
                </a:lnTo>
                <a:lnTo>
                  <a:pt x="5366" y="1524"/>
                </a:lnTo>
                <a:lnTo>
                  <a:pt x="5561" y="1500"/>
                </a:lnTo>
                <a:lnTo>
                  <a:pt x="5748" y="1475"/>
                </a:lnTo>
                <a:lnTo>
                  <a:pt x="5926" y="1450"/>
                </a:lnTo>
                <a:lnTo>
                  <a:pt x="6094" y="1425"/>
                </a:lnTo>
                <a:lnTo>
                  <a:pt x="6251" y="1401"/>
                </a:lnTo>
                <a:lnTo>
                  <a:pt x="6396" y="1376"/>
                </a:lnTo>
                <a:lnTo>
                  <a:pt x="6530" y="1352"/>
                </a:lnTo>
                <a:lnTo>
                  <a:pt x="6648" y="1327"/>
                </a:lnTo>
                <a:lnTo>
                  <a:pt x="6704" y="1316"/>
                </a:lnTo>
                <a:lnTo>
                  <a:pt x="6753" y="1303"/>
                </a:lnTo>
                <a:lnTo>
                  <a:pt x="6801" y="1292"/>
                </a:lnTo>
                <a:lnTo>
                  <a:pt x="6843" y="1279"/>
                </a:lnTo>
                <a:lnTo>
                  <a:pt x="6882" y="1268"/>
                </a:lnTo>
                <a:lnTo>
                  <a:pt x="6917" y="1255"/>
                </a:lnTo>
                <a:lnTo>
                  <a:pt x="6917" y="1255"/>
                </a:lnTo>
                <a:lnTo>
                  <a:pt x="6889" y="1246"/>
                </a:lnTo>
                <a:lnTo>
                  <a:pt x="6862" y="1238"/>
                </a:lnTo>
                <a:lnTo>
                  <a:pt x="6862" y="1238"/>
                </a:lnTo>
                <a:lnTo>
                  <a:pt x="6783" y="1217"/>
                </a:lnTo>
                <a:lnTo>
                  <a:pt x="6703" y="1196"/>
                </a:lnTo>
                <a:lnTo>
                  <a:pt x="6619" y="1177"/>
                </a:lnTo>
                <a:lnTo>
                  <a:pt x="6532" y="1156"/>
                </a:lnTo>
                <a:lnTo>
                  <a:pt x="6354" y="1117"/>
                </a:lnTo>
                <a:lnTo>
                  <a:pt x="6168" y="1077"/>
                </a:lnTo>
                <a:lnTo>
                  <a:pt x="5979" y="1038"/>
                </a:lnTo>
                <a:lnTo>
                  <a:pt x="5789" y="1001"/>
                </a:lnTo>
                <a:lnTo>
                  <a:pt x="5412" y="928"/>
                </a:lnTo>
                <a:lnTo>
                  <a:pt x="5232" y="893"/>
                </a:lnTo>
                <a:lnTo>
                  <a:pt x="5059" y="857"/>
                </a:lnTo>
                <a:lnTo>
                  <a:pt x="4897" y="824"/>
                </a:lnTo>
                <a:lnTo>
                  <a:pt x="4748" y="791"/>
                </a:lnTo>
                <a:lnTo>
                  <a:pt x="4679" y="774"/>
                </a:lnTo>
                <a:lnTo>
                  <a:pt x="4614" y="758"/>
                </a:lnTo>
                <a:lnTo>
                  <a:pt x="4554" y="742"/>
                </a:lnTo>
                <a:lnTo>
                  <a:pt x="4499" y="726"/>
                </a:lnTo>
                <a:lnTo>
                  <a:pt x="4448" y="710"/>
                </a:lnTo>
                <a:lnTo>
                  <a:pt x="4403" y="695"/>
                </a:lnTo>
                <a:lnTo>
                  <a:pt x="4364" y="679"/>
                </a:lnTo>
                <a:lnTo>
                  <a:pt x="4331" y="664"/>
                </a:lnTo>
                <a:lnTo>
                  <a:pt x="4331" y="664"/>
                </a:lnTo>
                <a:lnTo>
                  <a:pt x="4315" y="656"/>
                </a:lnTo>
                <a:lnTo>
                  <a:pt x="4300" y="646"/>
                </a:lnTo>
                <a:lnTo>
                  <a:pt x="4285" y="636"/>
                </a:lnTo>
                <a:lnTo>
                  <a:pt x="4272" y="626"/>
                </a:lnTo>
                <a:lnTo>
                  <a:pt x="4260" y="613"/>
                </a:lnTo>
                <a:lnTo>
                  <a:pt x="4255" y="606"/>
                </a:lnTo>
                <a:lnTo>
                  <a:pt x="4250" y="598"/>
                </a:lnTo>
                <a:lnTo>
                  <a:pt x="4247" y="591"/>
                </a:lnTo>
                <a:lnTo>
                  <a:pt x="4243" y="583"/>
                </a:lnTo>
                <a:lnTo>
                  <a:pt x="4241" y="575"/>
                </a:lnTo>
                <a:lnTo>
                  <a:pt x="4240" y="566"/>
                </a:lnTo>
                <a:lnTo>
                  <a:pt x="4240" y="566"/>
                </a:lnTo>
                <a:lnTo>
                  <a:pt x="4240" y="553"/>
                </a:lnTo>
                <a:lnTo>
                  <a:pt x="4241" y="539"/>
                </a:lnTo>
                <a:lnTo>
                  <a:pt x="4245" y="526"/>
                </a:lnTo>
                <a:lnTo>
                  <a:pt x="4251" y="513"/>
                </a:lnTo>
                <a:lnTo>
                  <a:pt x="4251" y="513"/>
                </a:lnTo>
                <a:lnTo>
                  <a:pt x="4260" y="500"/>
                </a:lnTo>
                <a:lnTo>
                  <a:pt x="4271" y="490"/>
                </a:lnTo>
                <a:lnTo>
                  <a:pt x="4282" y="481"/>
                </a:lnTo>
                <a:lnTo>
                  <a:pt x="4295" y="473"/>
                </a:lnTo>
                <a:lnTo>
                  <a:pt x="4295" y="473"/>
                </a:lnTo>
                <a:lnTo>
                  <a:pt x="4309" y="464"/>
                </a:lnTo>
                <a:lnTo>
                  <a:pt x="4325" y="458"/>
                </a:lnTo>
                <a:lnTo>
                  <a:pt x="4343" y="451"/>
                </a:lnTo>
                <a:lnTo>
                  <a:pt x="4362" y="444"/>
                </a:lnTo>
                <a:lnTo>
                  <a:pt x="4404" y="432"/>
                </a:lnTo>
                <a:lnTo>
                  <a:pt x="4449" y="421"/>
                </a:lnTo>
                <a:lnTo>
                  <a:pt x="4495" y="411"/>
                </a:lnTo>
                <a:lnTo>
                  <a:pt x="4543" y="403"/>
                </a:lnTo>
                <a:lnTo>
                  <a:pt x="4630" y="390"/>
                </a:lnTo>
                <a:lnTo>
                  <a:pt x="4630" y="390"/>
                </a:lnTo>
                <a:lnTo>
                  <a:pt x="4730" y="377"/>
                </a:lnTo>
                <a:lnTo>
                  <a:pt x="4794" y="370"/>
                </a:lnTo>
                <a:lnTo>
                  <a:pt x="4794" y="370"/>
                </a:lnTo>
                <a:lnTo>
                  <a:pt x="8538" y="0"/>
                </a:lnTo>
                <a:lnTo>
                  <a:pt x="8538" y="0"/>
                </a:lnTo>
                <a:lnTo>
                  <a:pt x="4836" y="463"/>
                </a:lnTo>
                <a:lnTo>
                  <a:pt x="4836" y="463"/>
                </a:lnTo>
                <a:lnTo>
                  <a:pt x="4732" y="477"/>
                </a:lnTo>
                <a:lnTo>
                  <a:pt x="4667" y="487"/>
                </a:lnTo>
                <a:lnTo>
                  <a:pt x="4600" y="498"/>
                </a:lnTo>
                <a:lnTo>
                  <a:pt x="4533" y="511"/>
                </a:lnTo>
                <a:lnTo>
                  <a:pt x="4470" y="526"/>
                </a:lnTo>
                <a:lnTo>
                  <a:pt x="4441" y="532"/>
                </a:lnTo>
                <a:lnTo>
                  <a:pt x="4415" y="540"/>
                </a:lnTo>
                <a:lnTo>
                  <a:pt x="4391" y="549"/>
                </a:lnTo>
                <a:lnTo>
                  <a:pt x="4369" y="557"/>
                </a:lnTo>
                <a:lnTo>
                  <a:pt x="4369" y="557"/>
                </a:lnTo>
                <a:lnTo>
                  <a:pt x="4368" y="557"/>
                </a:lnTo>
                <a:lnTo>
                  <a:pt x="4368" y="557"/>
                </a:lnTo>
                <a:lnTo>
                  <a:pt x="4389" y="567"/>
                </a:lnTo>
                <a:lnTo>
                  <a:pt x="4416" y="577"/>
                </a:lnTo>
                <a:lnTo>
                  <a:pt x="4445" y="588"/>
                </a:lnTo>
                <a:lnTo>
                  <a:pt x="4478" y="598"/>
                </a:lnTo>
                <a:lnTo>
                  <a:pt x="4515" y="608"/>
                </a:lnTo>
                <a:lnTo>
                  <a:pt x="4554" y="619"/>
                </a:lnTo>
                <a:lnTo>
                  <a:pt x="4643" y="641"/>
                </a:lnTo>
                <a:lnTo>
                  <a:pt x="4742" y="663"/>
                </a:lnTo>
                <a:lnTo>
                  <a:pt x="4851" y="685"/>
                </a:lnTo>
                <a:lnTo>
                  <a:pt x="4969" y="706"/>
                </a:lnTo>
                <a:lnTo>
                  <a:pt x="5094" y="729"/>
                </a:lnTo>
                <a:lnTo>
                  <a:pt x="5362" y="776"/>
                </a:lnTo>
                <a:lnTo>
                  <a:pt x="5646" y="823"/>
                </a:lnTo>
                <a:lnTo>
                  <a:pt x="5937" y="872"/>
                </a:lnTo>
                <a:lnTo>
                  <a:pt x="6082" y="898"/>
                </a:lnTo>
                <a:lnTo>
                  <a:pt x="6225" y="923"/>
                </a:lnTo>
                <a:lnTo>
                  <a:pt x="6225" y="923"/>
                </a:lnTo>
                <a:lnTo>
                  <a:pt x="6370" y="950"/>
                </a:lnTo>
                <a:lnTo>
                  <a:pt x="6500" y="975"/>
                </a:lnTo>
                <a:lnTo>
                  <a:pt x="6613" y="998"/>
                </a:lnTo>
                <a:lnTo>
                  <a:pt x="6710" y="1018"/>
                </a:lnTo>
                <a:lnTo>
                  <a:pt x="6790" y="1036"/>
                </a:lnTo>
                <a:lnTo>
                  <a:pt x="6855" y="1051"/>
                </a:lnTo>
                <a:lnTo>
                  <a:pt x="6904" y="1062"/>
                </a:lnTo>
                <a:lnTo>
                  <a:pt x="6938" y="1072"/>
                </a:lnTo>
                <a:lnTo>
                  <a:pt x="6938" y="1072"/>
                </a:lnTo>
                <a:lnTo>
                  <a:pt x="6971" y="1082"/>
                </a:lnTo>
                <a:lnTo>
                  <a:pt x="7006" y="1095"/>
                </a:lnTo>
                <a:lnTo>
                  <a:pt x="7006" y="1095"/>
                </a:lnTo>
                <a:lnTo>
                  <a:pt x="7030" y="1104"/>
                </a:lnTo>
                <a:lnTo>
                  <a:pt x="7053" y="1114"/>
                </a:lnTo>
                <a:lnTo>
                  <a:pt x="7076" y="1127"/>
                </a:lnTo>
                <a:lnTo>
                  <a:pt x="7097" y="1141"/>
                </a:lnTo>
                <a:lnTo>
                  <a:pt x="7106" y="1149"/>
                </a:lnTo>
                <a:lnTo>
                  <a:pt x="7115" y="1157"/>
                </a:lnTo>
                <a:lnTo>
                  <a:pt x="7123" y="1166"/>
                </a:lnTo>
                <a:lnTo>
                  <a:pt x="7131" y="1175"/>
                </a:lnTo>
                <a:lnTo>
                  <a:pt x="7138" y="1186"/>
                </a:lnTo>
                <a:lnTo>
                  <a:pt x="7144" y="1197"/>
                </a:lnTo>
                <a:lnTo>
                  <a:pt x="7148" y="1209"/>
                </a:lnTo>
                <a:lnTo>
                  <a:pt x="7153" y="1221"/>
                </a:lnTo>
                <a:lnTo>
                  <a:pt x="7153" y="1221"/>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Rounded Rectangle 22">
            <a:extLst>
              <a:ext uri="{FF2B5EF4-FFF2-40B4-BE49-F238E27FC236}">
                <a16:creationId xmlns:a16="http://schemas.microsoft.com/office/drawing/2014/main" id="{74D5B2DE-77D0-685C-1ECD-C09E0DAA77A1}"/>
              </a:ext>
            </a:extLst>
          </p:cNvPr>
          <p:cNvSpPr/>
          <p:nvPr/>
        </p:nvSpPr>
        <p:spPr>
          <a:xfrm>
            <a:off x="920404" y="2447355"/>
            <a:ext cx="2606722" cy="3218892"/>
          </a:xfrm>
          <a:prstGeom prst="roundRect">
            <a:avLst>
              <a:gd name="adj" fmla="val 7767"/>
            </a:avLst>
          </a:prstGeom>
          <a:solidFill>
            <a:srgbClr val="B6BDCF"/>
          </a:solidFill>
          <a:ln>
            <a:noFill/>
          </a:ln>
          <a:effectLst>
            <a:outerShdw blurRad="854724" dist="50800" dir="5400000" sx="112000" sy="112000" algn="ctr" rotWithShape="0">
              <a:srgbClr val="000000">
                <a:alpha val="641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Triangle 23">
            <a:extLst>
              <a:ext uri="{FF2B5EF4-FFF2-40B4-BE49-F238E27FC236}">
                <a16:creationId xmlns:a16="http://schemas.microsoft.com/office/drawing/2014/main" id="{AC8AB52F-CF09-1FB2-930E-D86BCF22ADEC}"/>
              </a:ext>
            </a:extLst>
          </p:cNvPr>
          <p:cNvSpPr/>
          <p:nvPr/>
        </p:nvSpPr>
        <p:spPr>
          <a:xfrm flipV="1">
            <a:off x="1851455" y="5666247"/>
            <a:ext cx="744620" cy="460612"/>
          </a:xfrm>
          <a:prstGeom prst="triangle">
            <a:avLst/>
          </a:prstGeom>
          <a:solidFill>
            <a:srgbClr val="B6BDCF"/>
          </a:solidFill>
          <a:ln>
            <a:noFill/>
          </a:ln>
          <a:effectLst>
            <a:outerShdw blurRad="554039" dist="135666" dir="5400000" sx="49411" sy="49411" rotWithShape="0">
              <a:prstClr val="black">
                <a:alpha val="33815"/>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25" name="Picture 24" descr="A black background with a black square&#10;&#10;Description automatically generated with medium confidence">
            <a:extLst>
              <a:ext uri="{FF2B5EF4-FFF2-40B4-BE49-F238E27FC236}">
                <a16:creationId xmlns:a16="http://schemas.microsoft.com/office/drawing/2014/main" id="{EFFCF100-1CA3-E492-C5AC-15D9C2F1E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0055" y="2633100"/>
            <a:ext cx="357227" cy="357227"/>
          </a:xfrm>
          <a:prstGeom prst="rect">
            <a:avLst/>
          </a:prstGeom>
        </p:spPr>
      </p:pic>
      <p:sp>
        <p:nvSpPr>
          <p:cNvPr id="26" name="TextBox 25">
            <a:extLst>
              <a:ext uri="{FF2B5EF4-FFF2-40B4-BE49-F238E27FC236}">
                <a16:creationId xmlns:a16="http://schemas.microsoft.com/office/drawing/2014/main" id="{7B9A1B31-4B9C-93B8-F9F1-E0E1E541464C}"/>
              </a:ext>
            </a:extLst>
          </p:cNvPr>
          <p:cNvSpPr txBox="1"/>
          <p:nvPr/>
        </p:nvSpPr>
        <p:spPr>
          <a:xfrm>
            <a:off x="1599170" y="2628706"/>
            <a:ext cx="1494320" cy="400110"/>
          </a:xfrm>
          <a:prstGeom prst="rect">
            <a:avLst/>
          </a:prstGeom>
          <a:noFill/>
        </p:spPr>
        <p:txBody>
          <a:bodyPr wrap="none" rtlCol="0">
            <a:spAutoFit/>
          </a:bodyPr>
          <a:lstStyle/>
          <a:p>
            <a:r>
              <a:rPr lang="en-US" sz="2000" b="1" dirty="0"/>
              <a:t>Short-term</a:t>
            </a:r>
          </a:p>
        </p:txBody>
      </p:sp>
      <p:sp>
        <p:nvSpPr>
          <p:cNvPr id="27" name="TextBox 26">
            <a:extLst>
              <a:ext uri="{FF2B5EF4-FFF2-40B4-BE49-F238E27FC236}">
                <a16:creationId xmlns:a16="http://schemas.microsoft.com/office/drawing/2014/main" id="{4B6ECB50-D975-6AA0-BE89-5ADA4CEE508B}"/>
              </a:ext>
            </a:extLst>
          </p:cNvPr>
          <p:cNvSpPr txBox="1"/>
          <p:nvPr/>
        </p:nvSpPr>
        <p:spPr>
          <a:xfrm>
            <a:off x="1090457" y="3259873"/>
            <a:ext cx="2184728" cy="338554"/>
          </a:xfrm>
          <a:prstGeom prst="rect">
            <a:avLst/>
          </a:prstGeom>
          <a:noFill/>
        </p:spPr>
        <p:txBody>
          <a:bodyPr wrap="square">
            <a:spAutoFit/>
          </a:bodyPr>
          <a:lstStyle/>
          <a:p>
            <a:pPr marL="285750" indent="-285750">
              <a:buFont typeface="Arial" panose="020B0604020202020204" pitchFamily="34" charset="0"/>
              <a:buChar char="•"/>
            </a:pPr>
            <a:r>
              <a:rPr lang="en-US" sz="1600" dirty="0"/>
              <a:t>xx</a:t>
            </a:r>
            <a:endParaRPr lang="en-DE" sz="1600" dirty="0"/>
          </a:p>
        </p:txBody>
      </p:sp>
      <p:cxnSp>
        <p:nvCxnSpPr>
          <p:cNvPr id="3" name="Straight Connector 2">
            <a:extLst>
              <a:ext uri="{FF2B5EF4-FFF2-40B4-BE49-F238E27FC236}">
                <a16:creationId xmlns:a16="http://schemas.microsoft.com/office/drawing/2014/main" id="{3F18C71A-319B-8A82-82E8-A40239F36A69}"/>
              </a:ext>
            </a:extLst>
          </p:cNvPr>
          <p:cNvCxnSpPr>
            <a:cxnSpLocks/>
          </p:cNvCxnSpPr>
          <p:nvPr/>
        </p:nvCxnSpPr>
        <p:spPr>
          <a:xfrm>
            <a:off x="920404" y="3108723"/>
            <a:ext cx="2606722"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3B7AD4C4-E5B1-3D4A-500D-733063C55031}"/>
              </a:ext>
            </a:extLst>
          </p:cNvPr>
          <p:cNvSpPr/>
          <p:nvPr/>
        </p:nvSpPr>
        <p:spPr>
          <a:xfrm>
            <a:off x="4821404" y="2152239"/>
            <a:ext cx="2606722" cy="3218892"/>
          </a:xfrm>
          <a:prstGeom prst="roundRect">
            <a:avLst>
              <a:gd name="adj" fmla="val 7767"/>
            </a:avLst>
          </a:prstGeom>
          <a:solidFill>
            <a:srgbClr val="DAE7F4"/>
          </a:solidFill>
          <a:ln>
            <a:noFill/>
          </a:ln>
          <a:effectLst>
            <a:outerShdw blurRad="854724" dist="50800" dir="5400000" sx="112000" sy="112000" algn="ctr" rotWithShape="0">
              <a:srgbClr val="000000">
                <a:alpha val="641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TextBox 11">
            <a:extLst>
              <a:ext uri="{FF2B5EF4-FFF2-40B4-BE49-F238E27FC236}">
                <a16:creationId xmlns:a16="http://schemas.microsoft.com/office/drawing/2014/main" id="{61B160B1-81F2-38EC-4A16-9013D4D5D67E}"/>
              </a:ext>
            </a:extLst>
          </p:cNvPr>
          <p:cNvSpPr txBox="1"/>
          <p:nvPr/>
        </p:nvSpPr>
        <p:spPr>
          <a:xfrm>
            <a:off x="5404634" y="2333590"/>
            <a:ext cx="1792478" cy="400110"/>
          </a:xfrm>
          <a:prstGeom prst="rect">
            <a:avLst/>
          </a:prstGeom>
          <a:noFill/>
        </p:spPr>
        <p:txBody>
          <a:bodyPr wrap="none" rtlCol="0">
            <a:spAutoFit/>
          </a:bodyPr>
          <a:lstStyle/>
          <a:p>
            <a:r>
              <a:rPr lang="en-US" sz="2000" b="1"/>
              <a:t>Medium-term</a:t>
            </a:r>
          </a:p>
        </p:txBody>
      </p:sp>
      <p:sp>
        <p:nvSpPr>
          <p:cNvPr id="13" name="TextBox 12">
            <a:extLst>
              <a:ext uri="{FF2B5EF4-FFF2-40B4-BE49-F238E27FC236}">
                <a16:creationId xmlns:a16="http://schemas.microsoft.com/office/drawing/2014/main" id="{BFD837B8-51E1-09CB-229E-02B4E60257BF}"/>
              </a:ext>
            </a:extLst>
          </p:cNvPr>
          <p:cNvSpPr txBox="1"/>
          <p:nvPr/>
        </p:nvSpPr>
        <p:spPr>
          <a:xfrm>
            <a:off x="4991457" y="2964757"/>
            <a:ext cx="2184728" cy="338554"/>
          </a:xfrm>
          <a:prstGeom prst="rect">
            <a:avLst/>
          </a:prstGeom>
          <a:noFill/>
        </p:spPr>
        <p:txBody>
          <a:bodyPr wrap="square">
            <a:spAutoFit/>
          </a:bodyPr>
          <a:lstStyle/>
          <a:p>
            <a:pPr marL="285750" indent="-285750">
              <a:buFont typeface="Arial" panose="020B0604020202020204" pitchFamily="34" charset="0"/>
              <a:buChar char="•"/>
            </a:pPr>
            <a:r>
              <a:rPr lang="en-US" sz="1600" dirty="0"/>
              <a:t>xxx</a:t>
            </a:r>
          </a:p>
        </p:txBody>
      </p:sp>
      <p:cxnSp>
        <p:nvCxnSpPr>
          <p:cNvPr id="14" name="Straight Connector 13">
            <a:extLst>
              <a:ext uri="{FF2B5EF4-FFF2-40B4-BE49-F238E27FC236}">
                <a16:creationId xmlns:a16="http://schemas.microsoft.com/office/drawing/2014/main" id="{3F0B16DE-5701-0793-003C-BAF7BC11490E}"/>
              </a:ext>
            </a:extLst>
          </p:cNvPr>
          <p:cNvCxnSpPr>
            <a:cxnSpLocks/>
          </p:cNvCxnSpPr>
          <p:nvPr/>
        </p:nvCxnSpPr>
        <p:spPr>
          <a:xfrm>
            <a:off x="4821404" y="2813607"/>
            <a:ext cx="2606722"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173E0CAF-354E-100A-7CAF-EDA24AF7CD43}"/>
              </a:ext>
            </a:extLst>
          </p:cNvPr>
          <p:cNvSpPr/>
          <p:nvPr/>
        </p:nvSpPr>
        <p:spPr>
          <a:xfrm>
            <a:off x="8478576" y="1430936"/>
            <a:ext cx="2606722" cy="2105173"/>
          </a:xfrm>
          <a:prstGeom prst="roundRect">
            <a:avLst>
              <a:gd name="adj" fmla="val 7767"/>
            </a:avLst>
          </a:prstGeom>
          <a:solidFill>
            <a:srgbClr val="CFE6FD"/>
          </a:solidFill>
          <a:ln>
            <a:noFill/>
          </a:ln>
          <a:effectLst>
            <a:outerShdw blurRad="854724" dist="50800" dir="5400000" sx="112000" sy="112000" algn="ctr" rotWithShape="0">
              <a:srgbClr val="000000">
                <a:alpha val="641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 name="TextBox 21">
            <a:extLst>
              <a:ext uri="{FF2B5EF4-FFF2-40B4-BE49-F238E27FC236}">
                <a16:creationId xmlns:a16="http://schemas.microsoft.com/office/drawing/2014/main" id="{5B85E757-2650-D04D-6DDD-7FF39F6B7A87}"/>
              </a:ext>
            </a:extLst>
          </p:cNvPr>
          <p:cNvSpPr txBox="1"/>
          <p:nvPr/>
        </p:nvSpPr>
        <p:spPr>
          <a:xfrm>
            <a:off x="9116398" y="1549449"/>
            <a:ext cx="1452642" cy="400110"/>
          </a:xfrm>
          <a:prstGeom prst="rect">
            <a:avLst/>
          </a:prstGeom>
          <a:noFill/>
        </p:spPr>
        <p:txBody>
          <a:bodyPr wrap="none" rtlCol="0">
            <a:spAutoFit/>
          </a:bodyPr>
          <a:lstStyle/>
          <a:p>
            <a:r>
              <a:rPr lang="en-US" sz="2000" b="1"/>
              <a:t>Long-term</a:t>
            </a:r>
          </a:p>
        </p:txBody>
      </p:sp>
      <p:sp>
        <p:nvSpPr>
          <p:cNvPr id="28" name="TextBox 27">
            <a:extLst>
              <a:ext uri="{FF2B5EF4-FFF2-40B4-BE49-F238E27FC236}">
                <a16:creationId xmlns:a16="http://schemas.microsoft.com/office/drawing/2014/main" id="{CAB7FDD9-22EF-A213-9B94-C713B24341B9}"/>
              </a:ext>
            </a:extLst>
          </p:cNvPr>
          <p:cNvSpPr txBox="1"/>
          <p:nvPr/>
        </p:nvSpPr>
        <p:spPr>
          <a:xfrm>
            <a:off x="8686270" y="2087000"/>
            <a:ext cx="2399027" cy="338554"/>
          </a:xfrm>
          <a:prstGeom prst="rect">
            <a:avLst/>
          </a:prstGeom>
          <a:noFill/>
        </p:spPr>
        <p:txBody>
          <a:bodyPr wrap="square">
            <a:spAutoFit/>
          </a:bodyPr>
          <a:lstStyle/>
          <a:p>
            <a:pPr marL="285750" indent="-285750">
              <a:buFont typeface="Arial" panose="020B0604020202020204" pitchFamily="34" charset="0"/>
              <a:buChar char="•"/>
            </a:pPr>
            <a:r>
              <a:rPr lang="en-US" sz="1600" dirty="0"/>
              <a:t>xxx</a:t>
            </a:r>
          </a:p>
        </p:txBody>
      </p:sp>
      <p:cxnSp>
        <p:nvCxnSpPr>
          <p:cNvPr id="34" name="Straight Connector 33">
            <a:extLst>
              <a:ext uri="{FF2B5EF4-FFF2-40B4-BE49-F238E27FC236}">
                <a16:creationId xmlns:a16="http://schemas.microsoft.com/office/drawing/2014/main" id="{04B24803-2657-0482-9813-8007478E0417}"/>
              </a:ext>
            </a:extLst>
          </p:cNvPr>
          <p:cNvCxnSpPr>
            <a:cxnSpLocks/>
          </p:cNvCxnSpPr>
          <p:nvPr/>
        </p:nvCxnSpPr>
        <p:spPr>
          <a:xfrm>
            <a:off x="8478576" y="2029466"/>
            <a:ext cx="2606722"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Picture 34" descr="A black background with a black square&#10;&#10;Description automatically generated with medium confidence">
            <a:extLst>
              <a:ext uri="{FF2B5EF4-FFF2-40B4-BE49-F238E27FC236}">
                <a16:creationId xmlns:a16="http://schemas.microsoft.com/office/drawing/2014/main" id="{ED4AE121-E264-EAB5-1E46-5198D008AF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6050" y="2383088"/>
            <a:ext cx="291244" cy="291244"/>
          </a:xfrm>
          <a:prstGeom prst="rect">
            <a:avLst/>
          </a:prstGeom>
        </p:spPr>
      </p:pic>
      <p:pic>
        <p:nvPicPr>
          <p:cNvPr id="36" name="Picture 35" descr="A black background with a black square&#10;&#10;Description automatically generated with medium confidence">
            <a:extLst>
              <a:ext uri="{FF2B5EF4-FFF2-40B4-BE49-F238E27FC236}">
                <a16:creationId xmlns:a16="http://schemas.microsoft.com/office/drawing/2014/main" id="{250923E9-C3CD-FDF8-458C-DFBDE68AD9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9323" y="1585007"/>
            <a:ext cx="316555" cy="316555"/>
          </a:xfrm>
          <a:prstGeom prst="rect">
            <a:avLst/>
          </a:prstGeom>
        </p:spPr>
      </p:pic>
      <p:sp>
        <p:nvSpPr>
          <p:cNvPr id="37" name="Triangle 36">
            <a:extLst>
              <a:ext uri="{FF2B5EF4-FFF2-40B4-BE49-F238E27FC236}">
                <a16:creationId xmlns:a16="http://schemas.microsoft.com/office/drawing/2014/main" id="{9334EFCC-FF23-03FC-A40C-F11F302B69F7}"/>
              </a:ext>
            </a:extLst>
          </p:cNvPr>
          <p:cNvSpPr/>
          <p:nvPr/>
        </p:nvSpPr>
        <p:spPr>
          <a:xfrm flipV="1">
            <a:off x="5770733" y="5371131"/>
            <a:ext cx="744620" cy="460612"/>
          </a:xfrm>
          <a:prstGeom prst="triangle">
            <a:avLst/>
          </a:prstGeom>
          <a:solidFill>
            <a:srgbClr val="DAE7F4"/>
          </a:solidFill>
          <a:ln>
            <a:noFill/>
          </a:ln>
          <a:effectLst>
            <a:outerShdw blurRad="554039" dist="135666" dir="5400000" sx="49411" sy="49411" rotWithShape="0">
              <a:prstClr val="black">
                <a:alpha val="33815"/>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8" name="Triangle 37">
            <a:extLst>
              <a:ext uri="{FF2B5EF4-FFF2-40B4-BE49-F238E27FC236}">
                <a16:creationId xmlns:a16="http://schemas.microsoft.com/office/drawing/2014/main" id="{5CF506A3-CB1F-9A3F-49FC-8B9AEE22FFEC}"/>
              </a:ext>
            </a:extLst>
          </p:cNvPr>
          <p:cNvSpPr/>
          <p:nvPr/>
        </p:nvSpPr>
        <p:spPr>
          <a:xfrm flipV="1">
            <a:off x="9470409" y="3536109"/>
            <a:ext cx="744620" cy="460612"/>
          </a:xfrm>
          <a:prstGeom prst="triangle">
            <a:avLst/>
          </a:prstGeom>
          <a:solidFill>
            <a:srgbClr val="CFE6FD"/>
          </a:solidFill>
          <a:ln>
            <a:noFill/>
          </a:ln>
          <a:effectLst>
            <a:outerShdw blurRad="554039" dist="135666" dir="5400000" sx="49411" sy="49411" rotWithShape="0">
              <a:prstClr val="black">
                <a:alpha val="33815"/>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TextBox 8">
            <a:extLst>
              <a:ext uri="{FF2B5EF4-FFF2-40B4-BE49-F238E27FC236}">
                <a16:creationId xmlns:a16="http://schemas.microsoft.com/office/drawing/2014/main" id="{A8CF9BF9-8B73-083C-C0C6-BAF8BA41F4EF}"/>
              </a:ext>
            </a:extLst>
          </p:cNvPr>
          <p:cNvSpPr txBox="1"/>
          <p:nvPr/>
        </p:nvSpPr>
        <p:spPr>
          <a:xfrm>
            <a:off x="11841324" y="6516711"/>
            <a:ext cx="432241" cy="276999"/>
          </a:xfrm>
          <a:prstGeom prst="rect">
            <a:avLst/>
          </a:prstGeom>
          <a:noFill/>
        </p:spPr>
        <p:txBody>
          <a:bodyPr wrap="square" rtlCol="0">
            <a:spAutoFit/>
          </a:bodyPr>
          <a:lstStyle/>
          <a:p>
            <a:r>
              <a:rPr lang="en-US" sz="1200"/>
              <a:t>23</a:t>
            </a:r>
            <a:endParaRPr lang="en-US"/>
          </a:p>
        </p:txBody>
      </p:sp>
    </p:spTree>
    <p:extLst>
      <p:ext uri="{BB962C8B-B14F-4D97-AF65-F5344CB8AC3E}">
        <p14:creationId xmlns:p14="http://schemas.microsoft.com/office/powerpoint/2010/main" val="17487699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TEMPLATESTYLE" val="3"/>
</p:tagLst>
</file>

<file path=ppt/tags/tag6.xml><?xml version="1.0" encoding="utf-8"?>
<p:tagLst xmlns:a="http://schemas.openxmlformats.org/drawingml/2006/main" xmlns:r="http://schemas.openxmlformats.org/officeDocument/2006/relationships" xmlns:p="http://schemas.openxmlformats.org/presentationml/2006/main">
  <p:tag name="EE4P_TEMPLATESTYLE" val="25"/>
</p:tagLst>
</file>

<file path=ppt/tags/tag7.xml><?xml version="1.0" encoding="utf-8"?>
<p:tagLst xmlns:a="http://schemas.openxmlformats.org/drawingml/2006/main" xmlns:r="http://schemas.openxmlformats.org/officeDocument/2006/relationships" xmlns:p="http://schemas.openxmlformats.org/presentationml/2006/main">
  <p:tag name="EE4P_TEMPLATESTYLE" val="10"/>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 Signavio">
  <a:themeElements>
    <a:clrScheme name="Custom 2">
      <a:dk1>
        <a:sysClr val="windowText" lastClr="000000"/>
      </a:dk1>
      <a:lt1>
        <a:sysClr val="window" lastClr="FFFFFF"/>
      </a:lt1>
      <a:dk2>
        <a:srgbClr val="44546A"/>
      </a:dk2>
      <a:lt2>
        <a:srgbClr val="E7E6E6"/>
      </a:lt2>
      <a:accent1>
        <a:srgbClr val="6F3B55"/>
      </a:accent1>
      <a:accent2>
        <a:srgbClr val="FFC000"/>
      </a:accent2>
      <a:accent3>
        <a:srgbClr val="C55A11"/>
      </a:accent3>
      <a:accent4>
        <a:srgbClr val="0070C0"/>
      </a:accent4>
      <a:accent5>
        <a:srgbClr val="954F72"/>
      </a:accent5>
      <a:accent6>
        <a:srgbClr val="2E75B5"/>
      </a:accent6>
      <a:hlink>
        <a:srgbClr val="833C0B"/>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5aa1811-b764-4b5e-81e5-bc5379235219">
      <Terms xmlns="http://schemas.microsoft.com/office/infopath/2007/PartnerControls"/>
    </lcf76f155ced4ddcb4097134ff3c332f>
    <TaxCatchAll xmlns="4eed8bec-870c-4c7e-905a-0665ec54f61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E33E8AAC09F15A4987C979A1AC767B94" ma:contentTypeVersion="12" ma:contentTypeDescription="Ein neues Dokument erstellen." ma:contentTypeScope="" ma:versionID="75f7cbcd32281a2dd73aabb6d1e68a63">
  <xsd:schema xmlns:xsd="http://www.w3.org/2001/XMLSchema" xmlns:xs="http://www.w3.org/2001/XMLSchema" xmlns:p="http://schemas.microsoft.com/office/2006/metadata/properties" xmlns:ns2="55aa1811-b764-4b5e-81e5-bc5379235219" xmlns:ns3="4eed8bec-870c-4c7e-905a-0665ec54f610" targetNamespace="http://schemas.microsoft.com/office/2006/metadata/properties" ma:root="true" ma:fieldsID="86c5c5bb2ae31799b82bb82e0a03c7e7" ns2:_="" ns3:_="">
    <xsd:import namespace="55aa1811-b764-4b5e-81e5-bc5379235219"/>
    <xsd:import namespace="4eed8bec-870c-4c7e-905a-0665ec54f61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aa1811-b764-4b5e-81e5-bc53792352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14ae72d6-1d51-44e0-a414-869ae22c088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eed8bec-870c-4c7e-905a-0665ec54f61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bd1eff2-28da-42ae-a3d0-772912015c6c}" ma:internalName="TaxCatchAll" ma:showField="CatchAllData" ma:web="4eed8bec-870c-4c7e-905a-0665ec54f61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3ED3C6-0645-4B5C-B273-F5099A71A309}">
  <ds:schemaRefs>
    <ds:schemaRef ds:uri="http://schemas.microsoft.com/sharepoint/v3/contenttype/forms"/>
  </ds:schemaRefs>
</ds:datastoreItem>
</file>

<file path=customXml/itemProps2.xml><?xml version="1.0" encoding="utf-8"?>
<ds:datastoreItem xmlns:ds="http://schemas.openxmlformats.org/officeDocument/2006/customXml" ds:itemID="{0D70A4B9-B212-4926-A6BD-F6B0721668C9}">
  <ds:schemaRefs>
    <ds:schemaRef ds:uri="http://purl.org/dc/dcmitype/"/>
    <ds:schemaRef ds:uri="http://schemas.microsoft.com/office/infopath/2007/PartnerControls"/>
    <ds:schemaRef ds:uri="http://schemas.microsoft.com/office/2006/documentManagement/types"/>
    <ds:schemaRef ds:uri="http://purl.org/dc/elements/1.1/"/>
    <ds:schemaRef ds:uri="4eed8bec-870c-4c7e-905a-0665ec54f610"/>
    <ds:schemaRef ds:uri="http://schemas.microsoft.com/office/2006/metadata/properties"/>
    <ds:schemaRef ds:uri="http://purl.org/dc/terms/"/>
    <ds:schemaRef ds:uri="http://schemas.openxmlformats.org/package/2006/metadata/core-properties"/>
    <ds:schemaRef ds:uri="55aa1811-b764-4b5e-81e5-bc5379235219"/>
    <ds:schemaRef ds:uri="http://www.w3.org/XML/1998/namespace"/>
  </ds:schemaRefs>
</ds:datastoreItem>
</file>

<file path=customXml/itemProps3.xml><?xml version="1.0" encoding="utf-8"?>
<ds:datastoreItem xmlns:ds="http://schemas.openxmlformats.org/officeDocument/2006/customXml" ds:itemID="{CCFE68FF-65F1-4ABE-82D4-5582FC92FC1C}">
  <ds:schemaRefs>
    <ds:schemaRef ds:uri="4eed8bec-870c-4c7e-905a-0665ec54f610"/>
    <ds:schemaRef ds:uri="55aa1811-b764-4b5e-81e5-bc53792352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1012</Words>
  <Application>Microsoft Office PowerPoint</Application>
  <PresentationFormat>Widescreen</PresentationFormat>
  <Paragraphs>117</Paragraphs>
  <Slides>9</Slides>
  <Notes>9</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2</vt:i4>
      </vt:variant>
      <vt:variant>
        <vt:lpstr>Slide Titles</vt:lpstr>
      </vt:variant>
      <vt:variant>
        <vt:i4>9</vt:i4>
      </vt:variant>
    </vt:vector>
  </HeadingPairs>
  <TitlesOfParts>
    <vt:vector size="21" baseType="lpstr">
      <vt:lpstr>Arial</vt:lpstr>
      <vt:lpstr>Calibri</vt:lpstr>
      <vt:lpstr>Calibri Light</vt:lpstr>
      <vt:lpstr>Helvetica</vt:lpstr>
      <vt:lpstr>IBM Plex Sans</vt:lpstr>
      <vt:lpstr>Montserrat</vt:lpstr>
      <vt:lpstr>Oswald Light</vt:lpstr>
      <vt:lpstr>Poppins</vt:lpstr>
      <vt:lpstr>SAP Signavio</vt:lpstr>
      <vt:lpstr>Office</vt:lpstr>
      <vt:lpstr>think-cell Folie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Felix Pütterich</dc:creator>
  <cp:lastModifiedBy>Felix Pütterich</cp:lastModifiedBy>
  <cp:revision>39</cp:revision>
  <dcterms:created xsi:type="dcterms:W3CDTF">2024-05-14T09:14:20Z</dcterms:created>
  <dcterms:modified xsi:type="dcterms:W3CDTF">2026-01-17T11:25:31Z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0x010100E33E8AAC09F15A4987C979A1AC767B94</vt:lpwstr>
  </property>
  <property fmtid="{D5CDD505-2E9C-101B-9397-08002B2CF9AE}" pid="3" name="MediaServiceImageTags">
    <vt:lpwstr/>
  </property>
</Properties>
</file>